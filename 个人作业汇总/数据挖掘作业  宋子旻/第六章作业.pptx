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9" r:id="rId4"/>
  </p:sldMasterIdLst>
  <p:notesMasterIdLst>
    <p:notesMasterId r:id="rId6"/>
  </p:notesMasterIdLst>
  <p:sldIdLst>
    <p:sldId id="1055" r:id="rId5"/>
    <p:sldId id="281" r:id="rId7"/>
    <p:sldId id="1054" r:id="rId8"/>
    <p:sldId id="1068" r:id="rId9"/>
    <p:sldId id="1069" r:id="rId10"/>
    <p:sldId id="1070" r:id="rId11"/>
    <p:sldId id="1067" r:id="rId12"/>
    <p:sldId id="1060" r:id="rId13"/>
    <p:sldId id="1061" r:id="rId14"/>
    <p:sldId id="1062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59" autoAdjust="0"/>
  </p:normalViewPr>
  <p:slideViewPr>
    <p:cSldViewPr snapToGrid="0" showGuides="1">
      <p:cViewPr>
        <p:scale>
          <a:sx n="100" d="100"/>
          <a:sy n="100" d="100"/>
        </p:scale>
        <p:origin x="-990" y="-432"/>
      </p:cViewPr>
      <p:guideLst>
        <p:guide orient="horz" pos="216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00174BB-53EE-45EA-84AF-842BFE25EA7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3616380-4D91-43BB-AB19-A369B4EA077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50C4EE6-7E3D-412F-8AFA-B4D678A9EE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 l="528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5147687" y="-223903"/>
            <a:ext cx="18956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44B5E3D8-B559-49FC-84E7-900B409E63B2}" type="slidenum">
              <a:rPr kumimoji="0" lang="id-ID" sz="9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antGarde Bk BT" panose="020B0402020202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</a:fld>
            <a:endParaRPr lang="bg-BG" sz="9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632D7-6FC5-4F1F-BD09-62CFF46557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B11E6-E9F9-4B83-8B53-4B698CD69B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2891881" y="2343755"/>
            <a:ext cx="6408238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数据挖掘</a:t>
            </a:r>
            <a:endParaRPr lang="zh-CN" altLang="en-US" sz="6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056829" y="3793612"/>
            <a:ext cx="607834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913505"/>
            <a:ext cx="12192000" cy="312610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第六章作业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marL="0" indent="0" algn="ctr">
              <a:buNone/>
            </a:pPr>
            <a:r>
              <a:rPr lang="zh-CN" altLang="en-US" sz="1800"/>
              <a:t>宋子旻   信管</a:t>
            </a:r>
            <a:r>
              <a:rPr lang="en-US" altLang="zh-CN" sz="1800"/>
              <a:t>2302   202321054046</a:t>
            </a:r>
            <a:endParaRPr lang="en-US" altLang="zh-CN" sz="18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256665" y="1374775"/>
            <a:ext cx="9678670" cy="475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000" b="1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简单线性回归的核心定义</a:t>
            </a:r>
            <a:b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</a:br>
            <a: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简单线性回归是机器学习中使用单一特征预测响应值的方法，它基于自变量值 (X) 来预测因变量值 (Y)，假设是自变量与因变量存在线性相关关系，因此会构建以自变量 (x) 为基础的线性函数，以此精确预测响应值 (y)。</a:t>
            </a:r>
            <a:b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</a:br>
            <a:b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</a:br>
            <a:r>
              <a:rPr lang="en-US" sz="2000" b="1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最佳拟合线的求解原理</a:t>
            </a:r>
            <a:b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</a:br>
            <a:r>
              <a:rPr 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在简单线性回归任务中，需要找到 “最佳拟合线” 来最小化预测误差，让回归线的整体误差达到最小，核心逻辑是最小化观测值 (Yi) 与模型预测值 (Yp) 之间的误差平方和，对应公式为min{SUM(yi - yp)²}。简单线性回归的标准数学表达式为y = b₀ + b₁x₁，以学生学习时长预测考试分数的场景为例，公式可写为Score = b₀ + b₁ * hours，其中 y 为因变量（分数），x₁为自变量（学习小时数），b₀为 y 截距，b₁为斜率。</a:t>
            </a:r>
            <a:endParaRPr 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3071495" y="565785"/>
            <a:ext cx="604901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简单线性回归知识整理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2009344"/>
            <a:ext cx="12192000" cy="3374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3935" y="1780540"/>
            <a:ext cx="3784600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latin typeface="阿里巴巴普惠体"/>
                <a:ea typeface="字魂58号-创中黑"/>
                <a:cs typeface="+mn-ea"/>
                <a:sym typeface="阿里巴巴普惠体"/>
              </a:rPr>
              <a:t>简单线性回归步骤：</a:t>
            </a:r>
            <a:endParaRPr lang="zh-CN" altLang="en-US"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步骤 1：数据预处理</a:t>
            </a:r>
            <a:b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</a:br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        简单线性回归实现的第一步是数据预处理，需按照标准流程完成对应操作，包括导入相关工具库、导入目标数据集、检查并处理缺失数据、划分数据集，其中特征缩放环节将使用简单线性模型的相关库来执行。</a:t>
            </a:r>
            <a:b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</a:br>
            <a:endParaRPr 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940435" y="510540"/>
            <a:ext cx="47332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python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运行与作业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380" y="0"/>
            <a:ext cx="7661275" cy="68961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1520825"/>
            <a:ext cx="12192000" cy="4661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13460" y="1520825"/>
            <a:ext cx="3784600" cy="4661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latin typeface="阿里巴巴普惠体"/>
                <a:ea typeface="字魂58号-创中黑"/>
                <a:cs typeface="+mn-ea"/>
                <a:sym typeface="阿里巴巴普惠体"/>
              </a:rPr>
              <a:t>简单线性回归步骤：</a:t>
            </a:r>
            <a:endParaRPr lang="zh-CN" altLang="en-US"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步骤 2：训练简单线性回归模型</a:t>
            </a:r>
            <a:b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</a:br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        第二步是通过训练集训练简单线性回归模型，需要调用sklearn.linear_model库中的LinearRegression类，先创建该类的regressor对象，再使用LinearRegression类的fit()方法，用训练集数据对regressor对象进行训练，让模型学习数据间的线性关联规律。</a:t>
            </a:r>
            <a:endParaRPr 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940435" y="510540"/>
            <a:ext cx="47332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python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运行与作业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4450" y="270510"/>
            <a:ext cx="7581900" cy="63169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1805305"/>
            <a:ext cx="12192000" cy="3679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7085" y="3215005"/>
            <a:ext cx="10577830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latin typeface="阿里巴巴普惠体"/>
                <a:ea typeface="字魂58号-创中黑"/>
                <a:cs typeface="+mn-ea"/>
                <a:sym typeface="阿里巴巴普惠体"/>
              </a:rPr>
              <a:t>简单线性回归步骤：</a:t>
            </a:r>
            <a:endParaRPr lang="zh-CN" altLang="en-US"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步骤 3：预测结果</a:t>
            </a:r>
            <a:b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</a:br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第三步是生成预测结果，将使用前一步训练完成的回归模型regressor，调用LinearRegression类的预测方法，对测试集的观察结果进行预测，并将预测输出保存在向量Y_pred中，完成对未参与训练的测试数据的预测。</a:t>
            </a:r>
            <a:endParaRPr 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940435" y="510540"/>
            <a:ext cx="47332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python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运行与作业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1285875"/>
            <a:ext cx="6648450" cy="17557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2009344"/>
            <a:ext cx="12192000" cy="3374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9245" y="2196465"/>
            <a:ext cx="3784600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latin typeface="阿里巴巴普惠体"/>
                <a:ea typeface="字魂58号-创中黑"/>
                <a:cs typeface="+mn-ea"/>
                <a:sym typeface="阿里巴巴普惠体"/>
              </a:rPr>
              <a:t>简单线性回归步骤：</a:t>
            </a:r>
            <a:endParaRPr lang="zh-CN" altLang="en-US"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步骤 4：结果可视化</a:t>
            </a:r>
            <a:b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</a:br>
            <a:r>
              <a:rPr lang="zh-CN" altLang="en-US">
                <a:latin typeface="阿里巴巴普惠体"/>
                <a:ea typeface="字魂58号-创中黑"/>
                <a:cs typeface="+mn-ea"/>
                <a:sym typeface="阿里巴巴普惠体"/>
              </a:rPr>
              <a:t>        第四步是结果可视化，将使用matplotlib.pyplot库，分别为训练集结果和测试集结果绘制散点图，直观呈现模型的预测效果，以此验证模型的拟合能力与泛化能力。</a:t>
            </a:r>
            <a:endParaRPr 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458470" y="186055"/>
            <a:ext cx="47332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python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运行与作业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625" y="869315"/>
            <a:ext cx="3942080" cy="29984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705" y="869315"/>
            <a:ext cx="3941445" cy="29984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30" y="3867785"/>
            <a:ext cx="3952875" cy="3006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705" y="3867785"/>
            <a:ext cx="3942080" cy="29984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2009344"/>
            <a:ext cx="12192000" cy="3374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4870" y="2113915"/>
            <a:ext cx="9961880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tr-TR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阿里巴巴普惠体"/>
              </a:rPr>
              <a:t>问题一：为什么特征 x 必须是列向量，改为行向量会产生什么问题</a:t>
            </a:r>
            <a:endParaRPr lang="en-US" altLang="tr-TR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tr-TR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X 实际上是一个矩阵，这个矩阵的大小是 25×1，25是行数，1是特征数，这样才可以运算！如果有M行，N个变量（属性/特征的话），那么这个矩阵就是：M × N</a:t>
            </a:r>
            <a:endParaRPr 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endParaRPr 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tr-TR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如果改成行向量</a:t>
            </a: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……</a:t>
            </a:r>
            <a:r>
              <a:rPr lang="zh-CN" altLang="en-US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一方面行向量</a:t>
            </a: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X</a:t>
            </a:r>
            <a:r>
              <a:rPr lang="zh-CN" altLang="en-US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无法与</a:t>
            </a: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Y</a:t>
            </a:r>
            <a:r>
              <a:rPr lang="zh-CN" altLang="en-US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正常计算，模型无法识别一维的行数据格式，直接出现错误提示并停止运行；另一方面行向量模型彻底误解数据结构，把全部数据当成一个样本的多个特征，训练出的模型毫无实际意义。</a:t>
            </a:r>
            <a:endParaRPr lang="zh-CN" altLang="en-US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3729355" y="510540"/>
            <a:ext cx="47332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python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运行与作业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1278890"/>
            <a:ext cx="12192000" cy="47586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010" y="1365250"/>
            <a:ext cx="7098665" cy="4569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tr-TR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阿里巴巴普惠体"/>
              </a:rPr>
              <a:t>问题二：如何查看训练完成的模型，截距 b0 与系数 b1 如何获取</a:t>
            </a:r>
            <a:endParaRPr lang="en-US" altLang="tr-TR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en-US" altLang="tr-TR" sz="16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训练完成后，模型内部会自动计算出两个核心参数，也就是回归方程里的截距和斜率。截距 b0 代表没有学习时长时的基础分数，斜率 b1 代表每增加单位学习时长，考试分数对应的变化幅度。</a:t>
            </a:r>
            <a:endParaRPr lang="en-US" altLang="tr-TR" sz="1600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br>
              <a:rPr lang="en-US" altLang="tr-TR" sz="16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</a:br>
            <a:r>
              <a:rPr lang="en-US" altLang="tr-TR" sz="16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通过LinearRegression()创建的是未训练的 “生模型”，只有执行fit()方法完成训练后，才会得到可用于预测的 “熟模型”，对应公式 y=b0​+b1​x，其中b0​是截距（自变量 x 为 0 时，因变量 y 的基准值），b1​是斜率（x 每变动 1 单位，y 的变化幅度）。在 sklearn 库中，训练完成的模型会自动存储这两个核心参数：通过regressor.coef_属性获取斜率b1​，</a:t>
            </a:r>
            <a:r>
              <a:rPr lang="zh-CN" altLang="en-US" sz="16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通过</a:t>
            </a:r>
            <a:r>
              <a:rPr lang="en-US" altLang="tr-TR" sz="1600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regressor.intercept_属性获取截距b0​。获取参数后，即可写出完整的线性方程，完成 “熟模型” 的显示。</a:t>
            </a:r>
            <a:endParaRPr lang="en-US" altLang="tr-TR" sz="1600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3729355" y="510540"/>
            <a:ext cx="47332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python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运行与作业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5705" y="2439035"/>
            <a:ext cx="5896610" cy="19805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1546225"/>
            <a:ext cx="12192000" cy="4355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060" y="3439160"/>
            <a:ext cx="9961880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tr-TR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阿里巴巴普惠体"/>
              </a:rPr>
              <a:t>问题三：如何评判模型效果的好坏，本次实验 R² 结果说明</a:t>
            </a:r>
            <a:endParaRPr lang="en-US" altLang="tr-TR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en-US" altLang="tr-TR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判断线性回归模型拟合效果是否优秀，最常用的参考标准就是决定系数 R²，这个数值的取值范围在 0 到 1 之间。数值越接近 1，说明模型拟合效果越好，变量之间的线性规律被模型充分捕捉；数值越接近 0，代表模型拟合效果差。</a:t>
            </a:r>
            <a:endParaRPr 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3729355" y="510540"/>
            <a:ext cx="47332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python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运行与作业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2140" y="2067560"/>
            <a:ext cx="5887720" cy="127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1231900"/>
            <a:ext cx="12192000" cy="4827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noAutofit/>
          </a:bodyPr>
          <a:lstStyle/>
          <a:p>
            <a:pPr algn="ctr"/>
            <a:endParaRPr lang="tr-TR" sz="90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060" y="1231900"/>
            <a:ext cx="9961880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tr-TR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阿里巴巴普惠体"/>
              </a:rPr>
              <a:t>问题四：调整训练集与测试集划分比例，对 R² 会造成什么影响</a:t>
            </a:r>
            <a:endParaRPr lang="en-US" altLang="tr-TR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阿里巴巴普惠体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tr-TR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当测试数据占比不断增大，用于训练模型的数据就会相应减少，模型在训练数据上的拟合程度会轻微下降，训练集的 R² 数值会缓慢降低。但测试集的 R² 数值会逐步提升，原因是更多的测试样本能够让模型效果的评估更加客观全面。如果训练数据过少，模型学习的规律不够全面；如果测试数据过少，评估结果会存在偶然性，不够可靠。</a:t>
            </a:r>
            <a:endParaRPr lang="en-US" alt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br>
              <a:rPr lang="en-US" altLang="tr-TR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</a:br>
            <a:r>
              <a:rPr lang="en-US" altLang="tr-TR" b="1">
                <a:solidFill>
                  <a:schemeClr val="bg2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阿里巴巴普惠体"/>
              </a:rPr>
              <a:t>问题五：简述最小二乘法实现本次回归模型的原理与结果</a:t>
            </a:r>
            <a:endParaRPr lang="en-US" altLang="tr-TR" b="1">
              <a:solidFill>
                <a:schemeClr val="bg2">
                  <a:lumMod val="2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原理的</a:t>
            </a:r>
            <a:r>
              <a:rPr lang="en-US" altLang="tr-TR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核心目标是找到最合适的截距 b0 和斜率 b1，让所有样本的真实值与模型预测值之间的误差平方和达到最小，通过既定的数学公式完成参数计算，最终确定能最大程度贴合数据规律的最佳拟合直线。</a:t>
            </a:r>
            <a:endParaRPr lang="en-US" alt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结果？就找到了</a:t>
            </a: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b0</a:t>
            </a:r>
            <a:r>
              <a:rPr lang="zh-CN" altLang="en-US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和</a:t>
            </a: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b1</a:t>
            </a:r>
            <a:r>
              <a:rPr lang="zh-CN" altLang="en-US">
                <a:solidFill>
                  <a:schemeClr val="bg2">
                    <a:lumMod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，炼成熟模型，形成可视化图表了。</a:t>
            </a:r>
            <a:endParaRPr lang="en-US" alt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  <a:p>
            <a:pPr>
              <a:lnSpc>
                <a:spcPct val="150000"/>
              </a:lnSpc>
            </a:pPr>
            <a:endParaRPr lang="tr-TR">
              <a:solidFill>
                <a:schemeClr val="bg2">
                  <a:lumMod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3729355" y="510540"/>
            <a:ext cx="47332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python</a:t>
            </a:r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运行与作业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KSO_WPP_MARK_KEY" val="0e5f9e42-42cc-460d-9ddc-81bc94931e52"/>
</p:tagLst>
</file>

<file path=ppt/theme/theme1.xml><?xml version="1.0" encoding="utf-8"?>
<a:theme xmlns:a="http://schemas.openxmlformats.org/drawingml/2006/main" name="第一PPT，www.1ppt.com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    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2110</Words>
  <Application>WPS 演示</Application>
  <PresentationFormat>自定义</PresentationFormat>
  <Paragraphs>58</Paragraphs>
  <Slides>10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Wingdings</vt:lpstr>
      <vt:lpstr>Arial</vt:lpstr>
      <vt:lpstr>AvantGarde Bk BT</vt:lpstr>
      <vt:lpstr>Open Sans Condensed Light</vt:lpstr>
      <vt:lpstr>字魂58号-创中黑</vt:lpstr>
      <vt:lpstr>黑体</vt:lpstr>
      <vt:lpstr>阿里巴巴普惠体</vt:lpstr>
      <vt:lpstr>阿里巴巴普惠体 M</vt:lpstr>
      <vt:lpstr>字魂58号-创中黑</vt:lpstr>
      <vt:lpstr>Yu Gothic UI Semilight</vt:lpstr>
      <vt:lpstr>幼圆</vt:lpstr>
      <vt:lpstr>Arial Unicode MS</vt:lpstr>
      <vt:lpstr>Yu Gothic UI Light</vt:lpstr>
      <vt:lpstr>Calibri</vt:lpstr>
      <vt:lpstr>华文仿宋</vt:lpstr>
      <vt:lpstr>方正姚体</vt:lpstr>
      <vt:lpstr>楷体</vt:lpstr>
      <vt:lpstr>等线</vt:lpstr>
      <vt:lpstr>阿里巴巴普惠体 R</vt:lpstr>
      <vt:lpstr>第一PPT，www.1ppt.com</vt:lpstr>
      <vt:lpstr>第一PPT，www.1ppt.com     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Lucky-S</cp:lastModifiedBy>
  <cp:revision>20</cp:revision>
  <dcterms:created xsi:type="dcterms:W3CDTF">2019-03-26T04:26:00Z</dcterms:created>
  <dcterms:modified xsi:type="dcterms:W3CDTF">2026-04-16T10:36:22Z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D653B2D4BEF9465681F3BC65DFD2F0DF_11</vt:lpwstr>
  </property>
  <property fmtid="{D5CDD505-2E9C-101B-9397-08002B2CF9AE}" pid="3" name="KSOProductBuildVer">
    <vt:lpwstr>2052-11.1.0.10009</vt:lpwstr>
  </property>
  <property fmtid="{D5CDD505-2E9C-101B-9397-08002B2CF9AE}" pid="4" name="KSOTemplateUUID">
    <vt:lpwstr>v1.0_mb_Y0R1UnCSmrbzT+SbqrpIkA==</vt:lpwstr>
  </property>
</Properties>
</file>