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1" r:id="rId3"/>
    <p:sldMasterId id="2147483659" r:id="rId4"/>
  </p:sldMasterIdLst>
  <p:notesMasterIdLst>
    <p:notesMasterId r:id="rId6"/>
  </p:notesMasterIdLst>
  <p:sldIdLst>
    <p:sldId id="1055" r:id="rId5"/>
    <p:sldId id="281" r:id="rId7"/>
    <p:sldId id="1061" r:id="rId8"/>
    <p:sldId id="1056" r:id="rId9"/>
    <p:sldId id="1057" r:id="rId10"/>
    <p:sldId id="1058" r:id="rId11"/>
    <p:sldId id="1059" r:id="rId12"/>
    <p:sldId id="1062" r:id="rId13"/>
  </p:sldIdLst>
  <p:sldSz cx="12192000" cy="6858000"/>
  <p:notesSz cx="6858000" cy="9144000"/>
  <p:custDataLst>
    <p:tags r:id="rId17"/>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5259" autoAdjust="0"/>
  </p:normalViewPr>
  <p:slideViewPr>
    <p:cSldViewPr snapToGrid="0" showGuides="1">
      <p:cViewPr>
        <p:scale>
          <a:sx n="100" d="100"/>
          <a:sy n="100" d="100"/>
        </p:scale>
        <p:origin x="-990" y="-432"/>
      </p:cViewPr>
      <p:guideLst>
        <p:guide orient="horz" pos="2160"/>
        <p:guide pos="3840"/>
      </p:guideLst>
    </p:cSldViewPr>
  </p:slideViewPr>
  <p:notesTextViewPr>
    <p:cViewPr>
      <p:scale>
        <a:sx n="1" d="1"/>
        <a:sy n="1" d="1"/>
      </p:scale>
      <p:origin x="0" y="0"/>
    </p:cViewPr>
  </p:notesTextViewPr>
  <p:sorterViewPr>
    <p:cViewPr>
      <p:scale>
        <a:sx n="50" d="100"/>
        <a:sy n="50" d="100"/>
      </p:scale>
      <p:origin x="0" y="0"/>
    </p:cViewPr>
  </p:sorterViewPr>
  <p:notesViewPr>
    <p:cSldViewPr>
      <p:cViewPr>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4.xml"/><Relationship Id="rId8" Type="http://schemas.openxmlformats.org/officeDocument/2006/relationships/slide" Target="slides/slide3.xml"/><Relationship Id="rId7" Type="http://schemas.openxmlformats.org/officeDocument/2006/relationships/slide" Target="slides/slide2.xml"/><Relationship Id="rId6" Type="http://schemas.openxmlformats.org/officeDocument/2006/relationships/notesMaster" Target="notesMasters/notesMaster1.xml"/><Relationship Id="rId5" Type="http://schemas.openxmlformats.org/officeDocument/2006/relationships/slide" Target="slides/slide1.xml"/><Relationship Id="rId4" Type="http://schemas.openxmlformats.org/officeDocument/2006/relationships/slideMaster" Target="slideMasters/slideMaster3.xml"/><Relationship Id="rId3" Type="http://schemas.openxmlformats.org/officeDocument/2006/relationships/slideMaster" Target="slideMasters/slideMaster2.xml"/><Relationship Id="rId2" Type="http://schemas.openxmlformats.org/officeDocument/2006/relationships/theme" Target="theme/theme1.xml"/><Relationship Id="rId17" Type="http://schemas.openxmlformats.org/officeDocument/2006/relationships/tags" Target="tags/tag2.xml"/><Relationship Id="rId16" Type="http://schemas.openxmlformats.org/officeDocument/2006/relationships/tableStyles" Target="tableStyles.xml"/><Relationship Id="rId15" Type="http://schemas.openxmlformats.org/officeDocument/2006/relationships/viewProps" Target="viewProps.xml"/><Relationship Id="rId14" Type="http://schemas.openxmlformats.org/officeDocument/2006/relationships/presProps" Target="presProps.xml"/><Relationship Id="rId13" Type="http://schemas.openxmlformats.org/officeDocument/2006/relationships/slide" Target="slides/slide8.xml"/><Relationship Id="rId12" Type="http://schemas.openxmlformats.org/officeDocument/2006/relationships/slide" Target="slides/slide7.xml"/><Relationship Id="rId11" Type="http://schemas.openxmlformats.org/officeDocument/2006/relationships/slide" Target="slides/slide6.xml"/><Relationship Id="rId10" Type="http://schemas.openxmlformats.org/officeDocument/2006/relationships/slide" Target="slides/slide5.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字魂58号-创中黑" pitchFamily="2" charset="-122"/>
                <a:ea typeface="字魂58号-创中黑" pitchFamily="2" charset="-122"/>
              </a:defRPr>
            </a:lvl1pPr>
          </a:lstStyle>
          <a:p>
            <a:endParaRPr lang="zh-CN" altLang="en-US" dirty="0"/>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字魂58号-创中黑" pitchFamily="2" charset="-122"/>
                <a:ea typeface="字魂58号-创中黑" pitchFamily="2" charset="-122"/>
              </a:defRPr>
            </a:lvl1pPr>
          </a:lstStyle>
          <a:p>
            <a:fld id="{A00174BB-53EE-45EA-84AF-842BFE25EA78}" type="datetimeFigureOut">
              <a:rPr lang="zh-CN" altLang="en-US" smtClean="0"/>
            </a:fld>
            <a:endParaRPr lang="zh-CN" altLang="en-US" dirty="0"/>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dirty="0"/>
              <a:t>单击此处编辑母版文本样式</a:t>
            </a:r>
            <a:endParaRPr lang="zh-CN" altLang="en-US" dirty="0"/>
          </a:p>
          <a:p>
            <a:pPr lvl="1"/>
            <a:r>
              <a:rPr lang="zh-CN" altLang="en-US" dirty="0"/>
              <a:t>二级</a:t>
            </a:r>
            <a:endParaRPr lang="zh-CN" altLang="en-US" dirty="0"/>
          </a:p>
          <a:p>
            <a:pPr lvl="2"/>
            <a:r>
              <a:rPr lang="zh-CN" altLang="en-US" dirty="0"/>
              <a:t>三级</a:t>
            </a:r>
            <a:endParaRPr lang="zh-CN" altLang="en-US" dirty="0"/>
          </a:p>
          <a:p>
            <a:pPr lvl="3"/>
            <a:r>
              <a:rPr lang="zh-CN" altLang="en-US" dirty="0"/>
              <a:t>四级</a:t>
            </a:r>
            <a:endParaRPr lang="zh-CN" altLang="en-US" dirty="0"/>
          </a:p>
          <a:p>
            <a:pPr lvl="4"/>
            <a:r>
              <a:rPr lang="zh-CN" altLang="en-US" dirty="0"/>
              <a:t>五级</a:t>
            </a:r>
            <a:endParaRPr lang="zh-CN" altLang="en-US" dirty="0"/>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字魂58号-创中黑" pitchFamily="2" charset="-122"/>
                <a:ea typeface="字魂58号-创中黑" pitchFamily="2" charset="-122"/>
              </a:defRPr>
            </a:lvl1pPr>
          </a:lstStyle>
          <a:p>
            <a:endParaRPr lang="zh-CN" altLang="en-US" dirty="0"/>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字魂58号-创中黑" pitchFamily="2" charset="-122"/>
                <a:ea typeface="字魂58号-创中黑" pitchFamily="2" charset="-122"/>
              </a:defRPr>
            </a:lvl1pPr>
          </a:lstStyle>
          <a:p>
            <a:fld id="{A3616380-4D91-43BB-AB19-A369B4EA0778}" type="slidenum">
              <a:rPr lang="zh-CN" altLang="en-US" smtClean="0"/>
            </a:fld>
            <a:endParaRPr lang="zh-CN" altLang="en-US" dirty="0"/>
          </a:p>
        </p:txBody>
      </p:sp>
    </p:spTree>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字魂58号-创中黑" pitchFamily="2" charset="-122"/>
        <a:ea typeface="字魂58号-创中黑" pitchFamily="2" charset="-122"/>
        <a:cs typeface="+mn-cs"/>
      </a:defRPr>
    </a:lvl1pPr>
    <a:lvl2pPr marL="457200" algn="l" defTabSz="914400" rtl="0" eaLnBrk="1" latinLnBrk="0" hangingPunct="1">
      <a:defRPr sz="1200" kern="1200">
        <a:solidFill>
          <a:schemeClr val="tx1"/>
        </a:solidFill>
        <a:latin typeface="字魂58号-创中黑" pitchFamily="2" charset="-122"/>
        <a:ea typeface="字魂58号-创中黑" pitchFamily="2" charset="-122"/>
        <a:cs typeface="+mn-cs"/>
      </a:defRPr>
    </a:lvl2pPr>
    <a:lvl3pPr marL="914400" algn="l" defTabSz="914400" rtl="0" eaLnBrk="1" latinLnBrk="0" hangingPunct="1">
      <a:defRPr sz="1200" kern="1200">
        <a:solidFill>
          <a:schemeClr val="tx1"/>
        </a:solidFill>
        <a:latin typeface="字魂58号-创中黑" pitchFamily="2" charset="-122"/>
        <a:ea typeface="字魂58号-创中黑" pitchFamily="2" charset="-122"/>
        <a:cs typeface="+mn-cs"/>
      </a:defRPr>
    </a:lvl3pPr>
    <a:lvl4pPr marL="1371600" algn="l" defTabSz="914400" rtl="0" eaLnBrk="1" latinLnBrk="0" hangingPunct="1">
      <a:defRPr sz="1200" kern="1200">
        <a:solidFill>
          <a:schemeClr val="tx1"/>
        </a:solidFill>
        <a:latin typeface="字魂58号-创中黑" pitchFamily="2" charset="-122"/>
        <a:ea typeface="字魂58号-创中黑" pitchFamily="2" charset="-122"/>
        <a:cs typeface="+mn-cs"/>
      </a:defRPr>
    </a:lvl4pPr>
    <a:lvl5pPr marL="1828800" algn="l" defTabSz="914400" rtl="0" eaLnBrk="1" latinLnBrk="0" hangingPunct="1">
      <a:defRPr sz="1200" kern="1200">
        <a:solidFill>
          <a:schemeClr val="tx1"/>
        </a:solidFill>
        <a:latin typeface="字魂58号-创中黑" pitchFamily="2" charset="-122"/>
        <a:ea typeface="字魂58号-创中黑"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hyperlink" Target="http://www.1ppt.com/hangye/" TargetMode="Externa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p:nvPr>
        </p:nvSpPr>
        <p:spPr/>
        <p:txBody>
          <a:bodyPr/>
          <a:lstStyle/>
          <a:p>
            <a:fld id="{E50C4EE6-7E3D-412F-8AFA-B4D678A9EE79}" type="datetimeFigureOut">
              <a:rPr lang="zh-CN" altLang="en-US" smtClean="0"/>
            </a:fld>
            <a:endParaRPr lang="zh-CN" altLang="en-US"/>
          </a:p>
        </p:txBody>
      </p:sp>
      <p:sp>
        <p:nvSpPr>
          <p:cNvPr id="3" name="Footer Placeholder 2"/>
          <p:cNvSpPr>
            <a:spLocks noGrp="1"/>
          </p:cNvSpPr>
          <p:nvPr>
            <p:ph type="ftr" sz="quarter" idx="1"/>
          </p:nvPr>
        </p:nvSpPr>
        <p:spPr/>
        <p:txBody>
          <a:bodyPr/>
          <a:lstStyle/>
          <a:p>
            <a:endParaRPr lang="zh-CN" altLang="en-US"/>
          </a:p>
        </p:txBody>
      </p:sp>
      <p:sp>
        <p:nvSpPr>
          <p:cNvPr id="4" name="Slide Number Placeholder 3"/>
          <p:cNvSpPr>
            <a:spLocks noGrp="1"/>
          </p:cNvSpPr>
          <p:nvPr>
            <p:ph type="sldNum" sz="quarter" idx="2"/>
          </p:nvPr>
        </p:nvSpPr>
        <p:spPr/>
        <p:txBody>
          <a:bodyPr/>
          <a:lstStyle/>
          <a:p>
            <a:fld id="{93AE1883-0942-4AA3-9DB2-9C7C3A0314B1}" type="slidenum">
              <a:rPr lang="zh-CN" altLang="en-US" smtClean="0"/>
            </a:fld>
            <a:endParaRPr lang="en-US"/>
          </a:p>
        </p:txBody>
      </p:sp>
      <p:sp>
        <p:nvSpPr>
          <p:cNvPr id="5" name="TextBox 4"/>
          <p:cNvSpPr txBox="1"/>
          <p:nvPr/>
        </p:nvSpPr>
        <p:spPr>
          <a:xfrm>
            <a:off x="2965031" y="3367444"/>
            <a:ext cx="453650" cy="137203"/>
          </a:xfrm>
          <a:prstGeom prst="rect">
            <a:avLst/>
          </a:prstGeom>
          <a:noFill/>
        </p:spPr>
        <p:txBody>
          <a:bodyPr wrap="square" rtlCol="0">
            <a:spAutoFit/>
          </a:bodyPr>
          <a:lstStyle/>
          <a:p>
            <a:pPr>
              <a:lnSpc>
                <a:spcPct val="200000"/>
              </a:lnSpc>
            </a:pPr>
            <a:r>
              <a:rPr lang="zh-CN" altLang="en-US" sz="100">
                <a:solidFill>
                  <a:schemeClr val="tx1">
                    <a:alpha val="0"/>
                  </a:schemeClr>
                </a:solidFill>
                <a:latin typeface="微软雅黑" panose="020B0503020204020204" pitchFamily="34" charset="-122"/>
                <a:ea typeface="微软雅黑" panose="020B0503020204020204" pitchFamily="34" charset="-122"/>
              </a:rPr>
              <a:t>行业</a:t>
            </a:r>
            <a:r>
              <a:rPr lang="en-US" altLang="zh-CN" sz="100">
                <a:solidFill>
                  <a:schemeClr val="tx1">
                    <a:alpha val="0"/>
                  </a:schemeClr>
                </a:solidFill>
                <a:latin typeface="微软雅黑" panose="020B0503020204020204" pitchFamily="34" charset="-122"/>
                <a:ea typeface="微软雅黑" panose="020B0503020204020204" pitchFamily="34" charset="-122"/>
              </a:rPr>
              <a:t>PPT</a:t>
            </a:r>
            <a:r>
              <a:rPr lang="zh-CN" altLang="en-US" sz="100">
                <a:solidFill>
                  <a:schemeClr val="tx1">
                    <a:alpha val="0"/>
                  </a:schemeClr>
                </a:solidFill>
                <a:latin typeface="微软雅黑" panose="020B0503020204020204" pitchFamily="34" charset="-122"/>
                <a:ea typeface="微软雅黑" panose="020B0503020204020204" pitchFamily="34" charset="-122"/>
              </a:rPr>
              <a:t>模板</a:t>
            </a:r>
            <a:r>
              <a:rPr lang="en-US" altLang="zh-CN" sz="100">
                <a:solidFill>
                  <a:schemeClr val="tx1">
                    <a:alpha val="0"/>
                  </a:schemeClr>
                </a:solidFill>
                <a:latin typeface="微软雅黑" panose="020B0503020204020204" pitchFamily="34" charset="-122"/>
                <a:ea typeface="微软雅黑" panose="020B0503020204020204" pitchFamily="34" charset="-122"/>
              </a:rPr>
              <a:t>http://www.1ppt.com/hangye/</a:t>
            </a:r>
            <a:endParaRPr lang="en-US" altLang="zh-CN" sz="100">
              <a:solidFill>
                <a:schemeClr val="tx1">
                  <a:alpha val="0"/>
                </a:schemeClr>
              </a:solidFill>
              <a:latin typeface="微软雅黑" panose="020B0503020204020204" pitchFamily="34" charset="-122"/>
              <a:ea typeface="微软雅黑" panose="020B0503020204020204" pitchFamily="34" charset="-122"/>
            </a:endParaRPr>
          </a:p>
        </p:txBody>
      </p:sp>
      <p:sp>
        <p:nvSpPr>
          <p:cNvPr id="6" name="TextBox 8"/>
          <p:cNvSpPr txBox="1"/>
          <p:nvPr/>
        </p:nvSpPr>
        <p:spPr>
          <a:xfrm>
            <a:off x="7509627" y="2215277"/>
            <a:ext cx="540060" cy="137203"/>
          </a:xfrm>
          <a:prstGeom prst="rect">
            <a:avLst/>
          </a:prstGeom>
          <a:noFill/>
        </p:spPr>
        <p:txBody>
          <a:bodyPr wrap="square" rtlCol="0">
            <a:spAutoFit/>
          </a:bodyPr>
          <a:lstStyle/>
          <a:p>
            <a:pPr>
              <a:lnSpc>
                <a:spcPct val="200000"/>
              </a:lnSpc>
            </a:pPr>
            <a:r>
              <a:rPr lang="zh-CN" altLang="en-US" sz="100">
                <a:solidFill>
                  <a:schemeClr val="tx1">
                    <a:alpha val="0"/>
                  </a:schemeClr>
                </a:solidFill>
                <a:latin typeface="微软雅黑" panose="020B0503020204020204" pitchFamily="34" charset="-122"/>
                <a:ea typeface="微软雅黑" panose="020B0503020204020204" pitchFamily="34" charset="-122"/>
                <a:hlinkClick r:id="rId2"/>
              </a:rPr>
              <a:t>行业</a:t>
            </a:r>
            <a:r>
              <a:rPr lang="en-US" altLang="zh-CN" sz="100">
                <a:solidFill>
                  <a:schemeClr val="tx1">
                    <a:alpha val="0"/>
                  </a:schemeClr>
                </a:solidFill>
                <a:latin typeface="微软雅黑" panose="020B0503020204020204" pitchFamily="34" charset="-122"/>
                <a:ea typeface="微软雅黑" panose="020B0503020204020204" pitchFamily="34" charset="-122"/>
                <a:hlinkClick r:id="rId2"/>
              </a:rPr>
              <a:t>PPT</a:t>
            </a:r>
            <a:r>
              <a:rPr lang="zh-CN" altLang="en-US" sz="100">
                <a:solidFill>
                  <a:schemeClr val="tx1">
                    <a:alpha val="0"/>
                  </a:schemeClr>
                </a:solidFill>
                <a:latin typeface="微软雅黑" panose="020B0503020204020204" pitchFamily="34" charset="-122"/>
                <a:ea typeface="微软雅黑" panose="020B0503020204020204" pitchFamily="34" charset="-122"/>
                <a:hlinkClick r:id="rId2"/>
              </a:rPr>
              <a:t>模板</a:t>
            </a:r>
            <a:r>
              <a:rPr lang="en-US" altLang="zh-CN" sz="100">
                <a:solidFill>
                  <a:schemeClr val="tx1">
                    <a:alpha val="0"/>
                  </a:schemeClr>
                </a:solidFill>
                <a:latin typeface="微软雅黑" panose="020B0503020204020204" pitchFamily="34" charset="-122"/>
                <a:ea typeface="微软雅黑" panose="020B0503020204020204" pitchFamily="34" charset="-122"/>
              </a:rPr>
              <a:t>http://www.1ppt.com/hangye/</a:t>
            </a:r>
            <a:endParaRPr lang="en-US" altLang="zh-CN" sz="100">
              <a:solidFill>
                <a:schemeClr val="tx1">
                  <a:alpha val="0"/>
                </a:schemeClr>
              </a:solidFill>
              <a:latin typeface="微软雅黑" panose="020B0503020204020204" pitchFamily="34" charset="-122"/>
              <a:ea typeface="微软雅黑" panose="020B0503020204020204" pitchFamily="34" charset="-122"/>
            </a:endParaRPr>
          </a:p>
        </p:txBody>
      </p:sp>
      <p:sp>
        <p:nvSpPr>
          <p:cNvPr id="7" name="标题 1"/>
          <p:cNvSpPr txBox="1"/>
          <p:nvPr/>
        </p:nvSpPr>
        <p:spPr>
          <a:xfrm>
            <a:off x="839788" y="365125"/>
            <a:ext cx="10515600" cy="1325563"/>
          </a:xfrm>
          <a:prstGeom prst="rect">
            <a:avLst/>
          </a:prstGeom>
          <a:noFill/>
          <a:ln w="9525" cap="flat" cmpd="sng" algn="ctr">
            <a:noFill/>
            <a:prstDash val="solid"/>
            <a:round/>
            <a:headEnd type="none" w="med" len="med"/>
            <a:tailEnd type="none" w="med" len="med"/>
          </a:ln>
          <a:effectLst/>
        </p:spPr>
        <p:txBody>
          <a:bodyPr vert="horz" lIns="91440" tIns="45720" rIns="91440" bIns="45720" anchor="ctr"/>
          <a:lstStyle>
            <a:lvl1pPr marL="0" marR="0" indent="0" algn="l" defTabSz="914400" rtl="0" eaLnBrk="1" fontAlgn="auto" latinLnBrk="0" hangingPunct="1">
              <a:lnSpc>
                <a:spcPct val="90000"/>
              </a:lnSpc>
              <a:spcBef>
                <a:spcPct val="0"/>
              </a:spcBef>
              <a:spcAft>
                <a:spcPct val="0"/>
              </a:spcAft>
              <a:buClrTx/>
              <a:buSzTx/>
              <a:buFontTx/>
              <a:buNone/>
              <a:defRPr kumimoji="0" sz="4400" b="0" i="0" u="none" strike="noStrike" kern="1200" cap="none" spc="0" normalizeH="0" baseline="0" noProof="0">
                <a:solidFill>
                  <a:schemeClr val="tx1"/>
                </a:solidFill>
                <a:uLnTx/>
                <a:uFillTx/>
                <a:latin typeface="+mj-lt"/>
                <a:ea typeface="+mj-ea"/>
                <a:cs typeface="+mj-cs"/>
                <a:sym typeface="Wingdings" panose="05000000000000000000"/>
              </a:defRPr>
            </a:lvl1pPr>
            <a:lvl2pPr marL="0" marR="0" indent="0" algn="l" defTabSz="914400" rtl="0" eaLnBrk="0"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phClr"/>
                </a:solidFill>
                <a:uLnTx/>
                <a:uFillTx/>
                <a:latin typeface="Arial" panose="020B0604020202020204"/>
                <a:ea typeface="Arial" panose="020B0604020202020204"/>
                <a:cs typeface="Arial" panose="020B0604020202020204"/>
                <a:sym typeface="Wingdings" panose="05000000000000000000"/>
              </a:defRPr>
            </a:lvl2pPr>
            <a:lvl3pPr marL="0" marR="0" indent="0" algn="l" defTabSz="914400" rtl="0" eaLnBrk="0"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phClr"/>
                </a:solidFill>
                <a:uLnTx/>
                <a:uFillTx/>
                <a:latin typeface="Arial" panose="020B0604020202020204"/>
                <a:ea typeface="Arial" panose="020B0604020202020204"/>
                <a:cs typeface="Arial" panose="020B0604020202020204"/>
                <a:sym typeface="Wingdings" panose="05000000000000000000"/>
              </a:defRPr>
            </a:lvl3pPr>
            <a:lvl4pPr marL="0" marR="0" indent="0" algn="l" defTabSz="914400" rtl="0" eaLnBrk="0"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phClr"/>
                </a:solidFill>
                <a:uLnTx/>
                <a:uFillTx/>
                <a:latin typeface="Arial" panose="020B0604020202020204"/>
                <a:ea typeface="Arial" panose="020B0604020202020204"/>
                <a:cs typeface="Arial" panose="020B0604020202020204"/>
                <a:sym typeface="Wingdings" panose="05000000000000000000"/>
              </a:defRPr>
            </a:lvl4pPr>
            <a:lvl5pPr marL="0" marR="0" indent="0" algn="l" defTabSz="914400" rtl="0" eaLnBrk="0"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phClr"/>
                </a:solidFill>
                <a:uLnTx/>
                <a:uFillTx/>
                <a:latin typeface="Arial" panose="020B0604020202020204"/>
                <a:ea typeface="Arial" panose="020B0604020202020204"/>
                <a:cs typeface="Arial" panose="020B0604020202020204"/>
                <a:sym typeface="Wingdings" panose="05000000000000000000"/>
              </a:defRPr>
            </a:lvl5pPr>
            <a:lvl6pPr marL="0" marR="0" indent="0" algn="l" defTabSz="914400" rtl="0" eaLnBrk="0"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phClr"/>
                </a:solidFill>
                <a:uLnTx/>
                <a:uFillTx/>
                <a:latin typeface="Arial" panose="020B0604020202020204"/>
                <a:ea typeface="Arial" panose="020B0604020202020204"/>
                <a:cs typeface="Arial" panose="020B0604020202020204"/>
                <a:sym typeface="Wingdings" panose="05000000000000000000"/>
              </a:defRPr>
            </a:lvl6pPr>
            <a:lvl7pPr marL="0" marR="0" indent="0" algn="l" defTabSz="914400" rtl="0" eaLnBrk="0"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phClr"/>
                </a:solidFill>
                <a:uLnTx/>
                <a:uFillTx/>
                <a:latin typeface="Arial" panose="020B0604020202020204"/>
                <a:ea typeface="Arial" panose="020B0604020202020204"/>
                <a:cs typeface="Arial" panose="020B0604020202020204"/>
                <a:sym typeface="Wingdings" panose="05000000000000000000"/>
              </a:defRPr>
            </a:lvl7pPr>
            <a:lvl8pPr marL="0" marR="0" indent="0" algn="l" defTabSz="914400" rtl="0" eaLnBrk="0"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phClr"/>
                </a:solidFill>
                <a:uLnTx/>
                <a:uFillTx/>
                <a:latin typeface="Arial" panose="020B0604020202020204"/>
                <a:ea typeface="Arial" panose="020B0604020202020204"/>
                <a:cs typeface="Arial" panose="020B0604020202020204"/>
                <a:sym typeface="Wingdings" panose="05000000000000000000"/>
              </a:defRPr>
            </a:lvl8pPr>
            <a:lvl9pPr marL="0" marR="0" indent="0" algn="l" defTabSz="914400" rtl="0" eaLnBrk="0"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phClr"/>
                </a:solidFill>
                <a:uLnTx/>
                <a:uFillTx/>
                <a:latin typeface="Arial" panose="020B0604020202020204"/>
                <a:ea typeface="Arial" panose="020B0604020202020204"/>
                <a:cs typeface="Arial" panose="020B0604020202020204"/>
                <a:sym typeface="Wingdings" panose="05000000000000000000"/>
              </a:defRPr>
            </a:lvl9pPr>
          </a:lstStyle>
          <a:p>
            <a:r>
              <a:rPr lang="zh-CN" altLang="en-US"/>
              <a:t>单击此处编辑母版标题样式</a:t>
            </a:r>
            <a:endParaRPr lang="zh-CN" altLang="en-US"/>
          </a:p>
        </p:txBody>
      </p:sp>
      <p:sp>
        <p:nvSpPr>
          <p:cNvPr id="8" name="文本占位符 2"/>
          <p:cNvSpPr txBox="1"/>
          <p:nvPr/>
        </p:nvSpPr>
        <p:spPr>
          <a:xfrm>
            <a:off x="839788" y="1681163"/>
            <a:ext cx="5157787" cy="823912"/>
          </a:xfrm>
          <a:prstGeom prst="rect">
            <a:avLst/>
          </a:prstGeom>
          <a:noFill/>
          <a:ln w="9525" cap="flat" cmpd="sng" algn="ctr">
            <a:noFill/>
            <a:prstDash val="solid"/>
            <a:round/>
            <a:headEnd type="none" w="med" len="med"/>
            <a:tailEnd type="none" w="med" len="med"/>
          </a:ln>
          <a:effectLst/>
        </p:spPr>
        <p:txBody>
          <a:bodyPr vert="horz" lIns="91440" tIns="45720" rIns="91440" bIns="45720" anchor="b"/>
          <a:lstStyle>
            <a:lvl1pPr marL="0" marR="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kumimoji="0" sz="2400" b="1" i="0" u="none" strike="noStrike" kern="1200" cap="none" spc="0" normalizeH="0" baseline="0" noProof="0">
                <a:solidFill>
                  <a:schemeClr val="tx1"/>
                </a:solidFill>
                <a:uLnTx/>
                <a:uFillTx/>
                <a:latin typeface="+mn-lt"/>
                <a:ea typeface="+mn-ea"/>
                <a:cs typeface="+mn-cs"/>
                <a:sym typeface="Wingdings" panose="05000000000000000000"/>
              </a:defRPr>
            </a:lvl1pPr>
            <a:lvl2pPr marL="457200" marR="0" indent="0" algn="l" defTabSz="914400" rtl="0" eaLnBrk="1" fontAlgn="auto" latinLnBrk="0" hangingPunct="1">
              <a:lnSpc>
                <a:spcPct val="90000"/>
              </a:lnSpc>
              <a:spcBef>
                <a:spcPts val="500"/>
              </a:spcBef>
              <a:spcAft>
                <a:spcPct val="0"/>
              </a:spcAft>
              <a:buClrTx/>
              <a:buSzTx/>
              <a:buFont typeface="Arial" panose="020B0604020202020204" pitchFamily="34" charset="0"/>
              <a:buNone/>
              <a:defRPr kumimoji="0" sz="2000" b="1" i="0" u="none" strike="noStrike" kern="1200" cap="none" spc="0" normalizeH="0" baseline="0" noProof="0">
                <a:solidFill>
                  <a:schemeClr val="tx1"/>
                </a:solidFill>
                <a:uLnTx/>
                <a:uFillTx/>
                <a:latin typeface="+mn-lt"/>
                <a:ea typeface="+mn-ea"/>
                <a:cs typeface="+mn-cs"/>
                <a:sym typeface="Wingdings" panose="05000000000000000000"/>
              </a:defRPr>
            </a:lvl2pPr>
            <a:lvl3pPr marL="914400" marR="0" indent="0" algn="l" defTabSz="914400" rtl="0" eaLnBrk="1" fontAlgn="auto" latinLnBrk="0" hangingPunct="1">
              <a:lnSpc>
                <a:spcPct val="90000"/>
              </a:lnSpc>
              <a:spcBef>
                <a:spcPts val="500"/>
              </a:spcBef>
              <a:spcAft>
                <a:spcPct val="0"/>
              </a:spcAft>
              <a:buClrTx/>
              <a:buSzTx/>
              <a:buFont typeface="Arial" panose="020B0604020202020204" pitchFamily="34" charset="0"/>
              <a:buNone/>
              <a:defRPr kumimoji="0" sz="1800" b="1" i="0" u="none" strike="noStrike" kern="1200" cap="none" spc="0" normalizeH="0" baseline="0" noProof="0">
                <a:solidFill>
                  <a:schemeClr val="tx1"/>
                </a:solidFill>
                <a:uLnTx/>
                <a:uFillTx/>
                <a:latin typeface="+mn-lt"/>
                <a:ea typeface="+mn-ea"/>
                <a:cs typeface="+mn-cs"/>
                <a:sym typeface="Wingdings" panose="05000000000000000000"/>
              </a:defRPr>
            </a:lvl3pPr>
            <a:lvl4pPr marL="1371600" marR="0" indent="0" algn="l" defTabSz="914400" rtl="0" eaLnBrk="1" fontAlgn="auto" latinLnBrk="0" hangingPunct="1">
              <a:lnSpc>
                <a:spcPct val="90000"/>
              </a:lnSpc>
              <a:spcBef>
                <a:spcPts val="500"/>
              </a:spcBef>
              <a:spcAft>
                <a:spcPct val="0"/>
              </a:spcAft>
              <a:buClrTx/>
              <a:buSzTx/>
              <a:buFont typeface="Arial" panose="020B0604020202020204" pitchFamily="34" charset="0"/>
              <a:buNone/>
              <a:defRPr kumimoji="0" sz="1600" b="1" i="0" u="none" strike="noStrike" kern="1200" cap="none" spc="0" normalizeH="0" baseline="0" noProof="0">
                <a:solidFill>
                  <a:schemeClr val="tx1"/>
                </a:solidFill>
                <a:uLnTx/>
                <a:uFillTx/>
                <a:latin typeface="+mn-lt"/>
                <a:ea typeface="+mn-ea"/>
                <a:cs typeface="+mn-cs"/>
                <a:sym typeface="Wingdings" panose="05000000000000000000"/>
              </a:defRPr>
            </a:lvl4pPr>
            <a:lvl5pPr marL="1828800" marR="0" indent="0" algn="l" defTabSz="914400" rtl="0" eaLnBrk="1" fontAlgn="auto" latinLnBrk="0" hangingPunct="1">
              <a:lnSpc>
                <a:spcPct val="90000"/>
              </a:lnSpc>
              <a:spcBef>
                <a:spcPts val="500"/>
              </a:spcBef>
              <a:spcAft>
                <a:spcPct val="0"/>
              </a:spcAft>
              <a:buClrTx/>
              <a:buSzTx/>
              <a:buFont typeface="Arial" panose="020B0604020202020204" pitchFamily="34" charset="0"/>
              <a:buNone/>
              <a:defRPr kumimoji="0" sz="1600" b="1" i="0" u="none" strike="noStrike" kern="1200" cap="none" spc="0" normalizeH="0" baseline="0" noProof="0">
                <a:solidFill>
                  <a:schemeClr val="tx1"/>
                </a:solidFill>
                <a:uLnTx/>
                <a:uFillTx/>
                <a:latin typeface="+mn-lt"/>
                <a:ea typeface="+mn-ea"/>
                <a:cs typeface="+mn-cs"/>
                <a:sym typeface="Wingdings" panose="05000000000000000000"/>
              </a:defRPr>
            </a:lvl5pPr>
            <a:lvl6pPr marL="2286000" marR="0" indent="0" algn="l" defTabSz="914400" rtl="0" eaLnBrk="1" fontAlgn="auto" latinLnBrk="0" hangingPunct="1">
              <a:lnSpc>
                <a:spcPct val="90000"/>
              </a:lnSpc>
              <a:spcBef>
                <a:spcPts val="500"/>
              </a:spcBef>
              <a:spcAft>
                <a:spcPct val="0"/>
              </a:spcAft>
              <a:buClrTx/>
              <a:buSzTx/>
              <a:buFont typeface="Arial" panose="020B0604020202020204" pitchFamily="34" charset="0"/>
              <a:buNone/>
              <a:defRPr kumimoji="0" sz="1600" b="1" i="0" u="none" strike="noStrike" kern="1200" cap="none" spc="0" normalizeH="0" baseline="0" noProof="0">
                <a:solidFill>
                  <a:schemeClr val="tx1"/>
                </a:solidFill>
                <a:uLnTx/>
                <a:uFillTx/>
                <a:latin typeface="+mn-lt"/>
                <a:ea typeface="+mn-ea"/>
                <a:cs typeface="+mn-cs"/>
                <a:sym typeface="Wingdings" panose="05000000000000000000"/>
              </a:defRPr>
            </a:lvl6pPr>
            <a:lvl7pPr marL="2743200" marR="0" indent="0" algn="l" defTabSz="914400" rtl="0" eaLnBrk="1" fontAlgn="auto" latinLnBrk="0" hangingPunct="1">
              <a:lnSpc>
                <a:spcPct val="90000"/>
              </a:lnSpc>
              <a:spcBef>
                <a:spcPts val="500"/>
              </a:spcBef>
              <a:spcAft>
                <a:spcPct val="0"/>
              </a:spcAft>
              <a:buClrTx/>
              <a:buSzTx/>
              <a:buFont typeface="Arial" panose="020B0604020202020204" pitchFamily="34" charset="0"/>
              <a:buNone/>
              <a:defRPr kumimoji="0" sz="1600" b="1" i="0" u="none" strike="noStrike" kern="1200" cap="none" spc="0" normalizeH="0" baseline="0" noProof="0">
                <a:solidFill>
                  <a:schemeClr val="tx1"/>
                </a:solidFill>
                <a:uLnTx/>
                <a:uFillTx/>
                <a:latin typeface="+mn-lt"/>
                <a:ea typeface="+mn-ea"/>
                <a:cs typeface="+mn-cs"/>
                <a:sym typeface="Wingdings" panose="05000000000000000000"/>
              </a:defRPr>
            </a:lvl7pPr>
            <a:lvl8pPr marL="3200400" marR="0" indent="0" algn="l" defTabSz="914400" rtl="0" eaLnBrk="1" fontAlgn="auto" latinLnBrk="0" hangingPunct="1">
              <a:lnSpc>
                <a:spcPct val="90000"/>
              </a:lnSpc>
              <a:spcBef>
                <a:spcPts val="500"/>
              </a:spcBef>
              <a:spcAft>
                <a:spcPct val="0"/>
              </a:spcAft>
              <a:buClrTx/>
              <a:buSzTx/>
              <a:buFont typeface="Arial" panose="020B0604020202020204" pitchFamily="34" charset="0"/>
              <a:buNone/>
              <a:defRPr kumimoji="0" sz="1600" b="1" i="0" u="none" strike="noStrike" kern="1200" cap="none" spc="0" normalizeH="0" baseline="0" noProof="0">
                <a:solidFill>
                  <a:schemeClr val="tx1"/>
                </a:solidFill>
                <a:uLnTx/>
                <a:uFillTx/>
                <a:latin typeface="+mn-lt"/>
                <a:ea typeface="+mn-ea"/>
                <a:cs typeface="+mn-cs"/>
                <a:sym typeface="Wingdings" panose="05000000000000000000"/>
              </a:defRPr>
            </a:lvl8pPr>
            <a:lvl9pPr marL="3657600" marR="0" indent="0" algn="l" defTabSz="914400" rtl="0" eaLnBrk="1" fontAlgn="auto" latinLnBrk="0" hangingPunct="1">
              <a:lnSpc>
                <a:spcPct val="90000"/>
              </a:lnSpc>
              <a:spcBef>
                <a:spcPts val="500"/>
              </a:spcBef>
              <a:spcAft>
                <a:spcPct val="0"/>
              </a:spcAft>
              <a:buClrTx/>
              <a:buSzTx/>
              <a:buFont typeface="Arial" panose="020B0604020202020204" pitchFamily="34" charset="0"/>
              <a:buNone/>
              <a:defRPr kumimoji="0" sz="1600" b="1" i="0" u="none" strike="noStrike" kern="1200" cap="none" spc="0" normalizeH="0" baseline="0" noProof="0">
                <a:solidFill>
                  <a:schemeClr val="tx1"/>
                </a:solidFill>
                <a:uLnTx/>
                <a:uFillTx/>
                <a:latin typeface="+mn-lt"/>
                <a:ea typeface="+mn-ea"/>
                <a:cs typeface="+mn-cs"/>
                <a:sym typeface="Wingdings" panose="05000000000000000000"/>
              </a:defRPr>
            </a:lvl9pPr>
          </a:lstStyle>
          <a:p>
            <a:pPr lvl="0"/>
            <a:r>
              <a:rPr lang="zh-CN" altLang="en-US"/>
              <a:t>单击此处编辑母版文本样式</a:t>
            </a:r>
            <a:endParaRPr lang="zh-CN" altLang="en-US"/>
          </a:p>
        </p:txBody>
      </p:sp>
      <p:sp>
        <p:nvSpPr>
          <p:cNvPr id="9" name="内容占位符 3"/>
          <p:cNvSpPr txBox="1"/>
          <p:nvPr/>
        </p:nvSpPr>
        <p:spPr>
          <a:xfrm>
            <a:off x="839788" y="2505075"/>
            <a:ext cx="5157787" cy="3684588"/>
          </a:xfrm>
          <a:prstGeom prst="rect">
            <a:avLst/>
          </a:prstGeom>
          <a:noFill/>
          <a:ln w="9525" cap="flat" cmpd="sng" algn="ctr">
            <a:noFill/>
            <a:prstDash val="solid"/>
            <a:round/>
            <a:headEnd type="none" w="med" len="med"/>
            <a:tailEnd type="none" w="med" len="med"/>
          </a:ln>
          <a:effectLst/>
        </p:spPr>
        <p:txBody>
          <a:bodyPr vert="horz" lIns="91440" tIns="45720" rIns="91440" bIns="45720"/>
          <a:lstStyle>
            <a:lvl1pPr marL="228600" marR="0" indent="-228600" algn="l" defTabSz="914400" rtl="0" eaLnBrk="1" fontAlgn="auto" latinLnBrk="0" hangingPunct="1">
              <a:lnSpc>
                <a:spcPct val="90000"/>
              </a:lnSpc>
              <a:spcBef>
                <a:spcPts val="1000"/>
              </a:spcBef>
              <a:spcAft>
                <a:spcPct val="0"/>
              </a:spcAft>
              <a:buClrTx/>
              <a:buSzTx/>
              <a:buFont typeface="Arial" panose="020B0604020202020204" pitchFamily="34" charset="0"/>
              <a:buChar char="•"/>
              <a:defRPr kumimoji="0" sz="2800" b="0" i="0" u="none" strike="noStrike" kern="1200" cap="none" spc="0" normalizeH="0" baseline="0" noProof="0">
                <a:solidFill>
                  <a:schemeClr val="tx1"/>
                </a:solidFill>
                <a:uLnTx/>
                <a:uFillTx/>
                <a:latin typeface="+mn-lt"/>
                <a:ea typeface="+mn-ea"/>
                <a:cs typeface="+mn-cs"/>
                <a:sym typeface="Wingdings" panose="05000000000000000000"/>
              </a:defRPr>
            </a:lvl1pPr>
            <a:lvl2pPr marL="685800" marR="0" indent="-228600" algn="l" defTabSz="914400" rtl="0" eaLnBrk="1" fontAlgn="auto" latinLnBrk="0" hangingPunct="1">
              <a:lnSpc>
                <a:spcPct val="90000"/>
              </a:lnSpc>
              <a:spcBef>
                <a:spcPts val="500"/>
              </a:spcBef>
              <a:spcAft>
                <a:spcPct val="0"/>
              </a:spcAft>
              <a:buClrTx/>
              <a:buSzTx/>
              <a:buFont typeface="Arial" panose="020B0604020202020204" pitchFamily="34" charset="0"/>
              <a:buChar char="•"/>
              <a:defRPr kumimoji="0" sz="2400" b="0" i="0" u="none" strike="noStrike" kern="1200" cap="none" spc="0" normalizeH="0" baseline="0" noProof="0">
                <a:solidFill>
                  <a:schemeClr val="tx1"/>
                </a:solidFill>
                <a:uLnTx/>
                <a:uFillTx/>
                <a:latin typeface="+mn-lt"/>
                <a:ea typeface="+mn-ea"/>
                <a:cs typeface="+mn-cs"/>
                <a:sym typeface="Wingdings" panose="05000000000000000000"/>
              </a:defRPr>
            </a:lvl2pPr>
            <a:lvl3pPr marL="1143000" marR="0" indent="-228600" algn="l" defTabSz="914400" rtl="0" eaLnBrk="1" fontAlgn="auto" latinLnBrk="0" hangingPunct="1">
              <a:lnSpc>
                <a:spcPct val="90000"/>
              </a:lnSpc>
              <a:spcBef>
                <a:spcPts val="500"/>
              </a:spcBef>
              <a:spcAft>
                <a:spcPct val="0"/>
              </a:spcAft>
              <a:buClrTx/>
              <a:buSzTx/>
              <a:buFont typeface="Arial" panose="020B0604020202020204" pitchFamily="34" charset="0"/>
              <a:buChar char="•"/>
              <a:defRPr kumimoji="0" sz="2000" b="0" i="0" u="none" strike="noStrike" kern="1200" cap="none" spc="0" normalizeH="0" baseline="0" noProof="0">
                <a:solidFill>
                  <a:schemeClr val="tx1"/>
                </a:solidFill>
                <a:uLnTx/>
                <a:uFillTx/>
                <a:latin typeface="+mn-lt"/>
                <a:ea typeface="+mn-ea"/>
                <a:cs typeface="+mn-cs"/>
                <a:sym typeface="Wingdings" panose="05000000000000000000"/>
              </a:defRPr>
            </a:lvl3pPr>
            <a:lvl4pPr marL="1600200" marR="0" indent="-228600" algn="l" defTabSz="914400" rtl="0" eaLnBrk="1" fontAlgn="auto" latinLnBrk="0" hangingPunct="1">
              <a:lnSpc>
                <a:spcPct val="90000"/>
              </a:lnSpc>
              <a:spcBef>
                <a:spcPts val="500"/>
              </a:spcBef>
              <a:spcAft>
                <a:spcPct val="0"/>
              </a:spcAft>
              <a:buClrTx/>
              <a:buSzTx/>
              <a:buFont typeface="Arial" panose="020B0604020202020204" pitchFamily="34" charset="0"/>
              <a:buChar char="•"/>
              <a:defRPr kumimoji="0" sz="1800" b="0" i="0" u="none" strike="noStrike" kern="1200" cap="none" spc="0" normalizeH="0" baseline="0" noProof="0">
                <a:solidFill>
                  <a:schemeClr val="tx1"/>
                </a:solidFill>
                <a:uLnTx/>
                <a:uFillTx/>
                <a:latin typeface="+mn-lt"/>
                <a:ea typeface="+mn-ea"/>
                <a:cs typeface="+mn-cs"/>
                <a:sym typeface="Wingdings" panose="05000000000000000000"/>
              </a:defRPr>
            </a:lvl4pPr>
            <a:lvl5pPr marL="2057400" marR="0" indent="-228600" algn="l" defTabSz="914400" rtl="0" eaLnBrk="1" fontAlgn="auto" latinLnBrk="0" hangingPunct="1">
              <a:lnSpc>
                <a:spcPct val="90000"/>
              </a:lnSpc>
              <a:spcBef>
                <a:spcPts val="500"/>
              </a:spcBef>
              <a:spcAft>
                <a:spcPct val="0"/>
              </a:spcAft>
              <a:buClrTx/>
              <a:buSzTx/>
              <a:buFont typeface="Arial" panose="020B0604020202020204" pitchFamily="34" charset="0"/>
              <a:buChar char="•"/>
              <a:defRPr kumimoji="0" sz="1800" b="0" i="0" u="none" strike="noStrike" kern="1200" cap="none" spc="0" normalizeH="0" baseline="0" noProof="0">
                <a:solidFill>
                  <a:schemeClr val="tx1"/>
                </a:solidFill>
                <a:uLnTx/>
                <a:uFillTx/>
                <a:latin typeface="+mn-lt"/>
                <a:ea typeface="+mn-ea"/>
                <a:cs typeface="+mn-cs"/>
                <a:sym typeface="Wingdings" panose="05000000000000000000"/>
              </a:defRPr>
            </a:lvl5pPr>
            <a:lvl6pPr marL="2514600" marR="0" indent="-228600" algn="l" defTabSz="914400" rtl="0" eaLnBrk="1" fontAlgn="auto" latinLnBrk="0" hangingPunct="1">
              <a:lnSpc>
                <a:spcPct val="90000"/>
              </a:lnSpc>
              <a:spcBef>
                <a:spcPts val="500"/>
              </a:spcBef>
              <a:spcAft>
                <a:spcPct val="0"/>
              </a:spcAft>
              <a:buClrTx/>
              <a:buSzTx/>
              <a:buFont typeface="Arial" panose="020B0604020202020204" pitchFamily="34" charset="0"/>
              <a:buChar char="•"/>
              <a:defRPr kumimoji="0" sz="1800" b="0" i="0" u="none" strike="noStrike" kern="1200" cap="none" spc="0" normalizeH="0" baseline="0" noProof="0">
                <a:solidFill>
                  <a:schemeClr val="tx1"/>
                </a:solidFill>
                <a:uLnTx/>
                <a:uFillTx/>
                <a:latin typeface="+mn-lt"/>
                <a:ea typeface="+mn-ea"/>
                <a:cs typeface="+mn-cs"/>
                <a:sym typeface="Wingdings" panose="05000000000000000000"/>
              </a:defRPr>
            </a:lvl6pPr>
            <a:lvl7pPr marL="2971800" marR="0" indent="-228600" algn="l" defTabSz="914400" rtl="0" eaLnBrk="1" fontAlgn="auto" latinLnBrk="0" hangingPunct="1">
              <a:lnSpc>
                <a:spcPct val="90000"/>
              </a:lnSpc>
              <a:spcBef>
                <a:spcPts val="500"/>
              </a:spcBef>
              <a:spcAft>
                <a:spcPct val="0"/>
              </a:spcAft>
              <a:buClrTx/>
              <a:buSzTx/>
              <a:buFont typeface="Arial" panose="020B0604020202020204" pitchFamily="34" charset="0"/>
              <a:buChar char="•"/>
              <a:defRPr kumimoji="0" sz="1800" b="0" i="0" u="none" strike="noStrike" kern="1200" cap="none" spc="0" normalizeH="0" baseline="0" noProof="0">
                <a:solidFill>
                  <a:schemeClr val="tx1"/>
                </a:solidFill>
                <a:uLnTx/>
                <a:uFillTx/>
                <a:latin typeface="+mn-lt"/>
                <a:ea typeface="+mn-ea"/>
                <a:cs typeface="+mn-cs"/>
                <a:sym typeface="Wingdings" panose="05000000000000000000"/>
              </a:defRPr>
            </a:lvl7pPr>
            <a:lvl8pPr marL="3429000" marR="0" indent="-228600" algn="l" defTabSz="914400" rtl="0" eaLnBrk="1" fontAlgn="auto" latinLnBrk="0" hangingPunct="1">
              <a:lnSpc>
                <a:spcPct val="90000"/>
              </a:lnSpc>
              <a:spcBef>
                <a:spcPts val="500"/>
              </a:spcBef>
              <a:spcAft>
                <a:spcPct val="0"/>
              </a:spcAft>
              <a:buClrTx/>
              <a:buSzTx/>
              <a:buFont typeface="Arial" panose="020B0604020202020204" pitchFamily="34" charset="0"/>
              <a:buChar char="•"/>
              <a:defRPr kumimoji="0" sz="1800" b="0" i="0" u="none" strike="noStrike" kern="1200" cap="none" spc="0" normalizeH="0" baseline="0" noProof="0">
                <a:solidFill>
                  <a:schemeClr val="tx1"/>
                </a:solidFill>
                <a:uLnTx/>
                <a:uFillTx/>
                <a:latin typeface="+mn-lt"/>
                <a:ea typeface="+mn-ea"/>
                <a:cs typeface="+mn-cs"/>
                <a:sym typeface="Wingdings" panose="05000000000000000000"/>
              </a:defRPr>
            </a:lvl8pPr>
            <a:lvl9pPr marL="3886200" marR="0" indent="-228600" algn="l" defTabSz="914400" rtl="0" eaLnBrk="1" fontAlgn="auto" latinLnBrk="0" hangingPunct="1">
              <a:lnSpc>
                <a:spcPct val="90000"/>
              </a:lnSpc>
              <a:spcBef>
                <a:spcPts val="500"/>
              </a:spcBef>
              <a:spcAft>
                <a:spcPct val="0"/>
              </a:spcAft>
              <a:buClrTx/>
              <a:buSzTx/>
              <a:buFont typeface="Arial" panose="020B0604020202020204" pitchFamily="34" charset="0"/>
              <a:buChar char="•"/>
              <a:defRPr kumimoji="0" sz="1800" b="0" i="0" u="none" strike="noStrike" kern="1200" cap="none" spc="0" normalizeH="0" baseline="0" noProof="0">
                <a:solidFill>
                  <a:schemeClr val="tx1"/>
                </a:solidFill>
                <a:uLnTx/>
                <a:uFillTx/>
                <a:latin typeface="+mn-lt"/>
                <a:ea typeface="+mn-ea"/>
                <a:cs typeface="+mn-cs"/>
                <a:sym typeface="Wingdings" panose="05000000000000000000"/>
              </a:defRPr>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10"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11"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12" name="页脚占位符 7"/>
          <p:cNvSpPr>
            <a:spLocks noGrp="1"/>
          </p:cNvSpPr>
          <p:nvPr>
            <p:ph type="ftr" sz="quarter" idx="11"/>
          </p:nvPr>
        </p:nvSpPr>
        <p:spPr>
          <a:xfrm>
            <a:off x="4038600" y="6356350"/>
            <a:ext cx="4114800" cy="365125"/>
          </a:xfrm>
        </p:spPr>
        <p:txBody>
          <a:bodyPr/>
          <a:lstStyle/>
          <a:p>
            <a:endParaRPr lang="zh-CN" altLang="en-US"/>
          </a:p>
        </p:txBody>
      </p:sp>
      <p:sp>
        <p:nvSpPr>
          <p:cNvPr id="13" name="灯片编号占位符 8"/>
          <p:cNvSpPr>
            <a:spLocks noGrp="1"/>
          </p:cNvSpPr>
          <p:nvPr>
            <p:ph type="sldNum" sz="quarter" idx="12"/>
          </p:nvPr>
        </p:nvSpPr>
        <p:spPr>
          <a:xfrm>
            <a:off x="8610600" y="6356350"/>
            <a:ext cx="2743200" cy="365125"/>
          </a:xfrm>
        </p:spPr>
        <p:txBody>
          <a:bodyPr/>
          <a:lstStyle/>
          <a:p>
            <a:fld id="{E9B957CC-A438-4D82-B305-22914934740F}" type="slidenum">
              <a:rPr lang="zh-CN" altLang="en-US" smtClean="0"/>
            </a:fld>
            <a:endParaRPr lang="zh-CN" altLang="en-US"/>
          </a:p>
        </p:txBody>
      </p:sp>
    </p:spTree>
  </p:cSld>
  <p:clrMapOvr>
    <a:masterClrMapping/>
  </p:clrMapOvr>
  <p:transition/>
  <p:hf sldNum="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a:srcRect l="5285"/>
          <a:stretch>
            <a:fillRect/>
          </a:stretch>
        </p:blipFill>
        <p:spPr>
          <a:xfrm>
            <a:off x="0" y="0"/>
            <a:ext cx="12192000" cy="6857999"/>
          </a:xfrm>
          <a:prstGeom prst="rect">
            <a:avLst/>
          </a:prstGeom>
        </p:spPr>
      </p:pic>
    </p:spTree>
  </p:cSld>
  <p:clrMapOvr>
    <a:masterClrMapping/>
  </p:clrMapOvr>
  <p:transition/>
  <p:hf sldNum="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B7995000-F240-4C38-BEE7-E09B405C3833}" type="datetimeFigureOut">
              <a:rPr lang="zh-CN" altLang="en-US" smtClean="0"/>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2DAF2809-E933-4BF6-A9B0-108479386349}" type="slidenum">
              <a:rPr lang="zh-CN" altLang="en-US" smtClean="0"/>
            </a:fld>
            <a:endParaRPr lang="zh-CN" altLang="en-US"/>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idx="1"/>
          </p:nvPr>
        </p:nvSpPr>
        <p:spPr>
          <a:xfrm>
            <a:off x="838200" y="1825625"/>
            <a:ext cx="10515600" cy="4351338"/>
          </a:xfrm>
          <a:prstGeom prst="rect">
            <a:avLst/>
          </a:prstGeo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B7995000-F240-4C38-BEE7-E09B405C3833}" type="datetimeFigureOut">
              <a:rPr lang="zh-CN" altLang="en-US" smtClean="0"/>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2DAF2809-E933-4BF6-A9B0-108479386349}" type="slidenum">
              <a:rPr lang="zh-CN" altLang="en-US" smtClean="0"/>
            </a:fld>
            <a:endParaRPr lang="zh-CN" altLang="en-US"/>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a:prstGeom prst="rect">
            <a:avLst/>
          </a:prstGeom>
        </p:spPr>
        <p:txBody>
          <a:bodyPr/>
          <a:lstStyle/>
          <a:p>
            <a:fld id="{B7995000-F240-4C38-BEE7-E09B405C3833}" type="datetimeFigureOut">
              <a:rPr lang="zh-CN" altLang="en-US" smtClean="0"/>
            </a:fld>
            <a:endParaRPr lang="zh-CN" altLang="en-US"/>
          </a:p>
        </p:txBody>
      </p:sp>
      <p:sp>
        <p:nvSpPr>
          <p:cNvPr id="3" name="页脚占位符 2"/>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a:prstGeom prst="rect">
            <a:avLst/>
          </a:prstGeom>
        </p:spPr>
        <p:txBody>
          <a:bodyPr/>
          <a:lstStyle/>
          <a:p>
            <a:fld id="{2DAF2809-E933-4BF6-A9B0-108479386349}" type="slidenum">
              <a:rPr lang="zh-CN" altLang="en-US" smtClean="0"/>
            </a:fld>
            <a:endParaRPr lang="zh-CN" altLang="en-US"/>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01-Main">
    <p:spTree>
      <p:nvGrpSpPr>
        <p:cNvPr id="1" name=""/>
        <p:cNvGrpSpPr/>
        <p:nvPr/>
      </p:nvGrpSpPr>
      <p:grpSpPr>
        <a:xfrm>
          <a:off x="0" y="0"/>
          <a:ext cx="0" cy="0"/>
          <a:chOff x="0" y="0"/>
          <a:chExt cx="0" cy="0"/>
        </a:xfrm>
      </p:grpSpPr>
      <p:sp>
        <p:nvSpPr>
          <p:cNvPr id="33" name="Rectangle 32"/>
          <p:cNvSpPr/>
          <p:nvPr userDrawn="1"/>
        </p:nvSpPr>
        <p:spPr>
          <a:xfrm>
            <a:off x="5147687" y="-223903"/>
            <a:ext cx="1895619" cy="1569660"/>
          </a:xfrm>
          <a:prstGeom prst="rect">
            <a:avLst/>
          </a:prstGeom>
        </p:spPr>
        <p:txBody>
          <a:bodyPr wrap="square">
            <a:spAutoFit/>
          </a:bodyPr>
          <a:lstStyle/>
          <a:p>
            <a:pPr algn="ctr"/>
            <a:fld id="{44B5E3D8-B559-49FC-84E7-900B409E63B2}" type="slidenum">
              <a:rPr kumimoji="0" lang="id-ID" sz="9600" b="1" i="0" u="none" strike="noStrike" kern="1200" cap="none" spc="0" normalizeH="0" baseline="0" noProof="0" smtClean="0">
                <a:ln>
                  <a:noFill/>
                </a:ln>
                <a:solidFill>
                  <a:schemeClr val="bg1"/>
                </a:solidFill>
                <a:effectLst/>
                <a:uLnTx/>
                <a:uFillTx/>
                <a:latin typeface="AvantGarde Bk BT" panose="020B0402020202020204" pitchFamily="34" charset="0"/>
                <a:ea typeface="Open Sans Condensed Light" panose="020B0306030504020204" pitchFamily="34" charset="0"/>
                <a:cs typeface="Open Sans Condensed Light" panose="020B0306030504020204" pitchFamily="34" charset="0"/>
              </a:rPr>
            </a:fld>
            <a:endParaRPr lang="bg-BG" sz="9600">
              <a:solidFill>
                <a:schemeClr val="bg1"/>
              </a:solidFill>
            </a:endParaRPr>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Large Footer">
    <p:spTree>
      <p:nvGrpSpPr>
        <p:cNvPr id="1" name=""/>
        <p:cNvGrpSpPr/>
        <p:nvPr/>
      </p:nvGrpSpPr>
      <p:grpSpPr>
        <a:xfrm>
          <a:off x="0" y="0"/>
          <a:ext cx="0" cy="0"/>
          <a:chOff x="0" y="0"/>
          <a:chExt cx="0" cy="0"/>
        </a:xfrm>
      </p:grpSpPr>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Default Slide">
    <p:spTree>
      <p:nvGrpSpPr>
        <p:cNvPr id="1" name=""/>
        <p:cNvGrpSpPr/>
        <p:nvPr/>
      </p:nvGrpSpPr>
      <p:grpSpPr>
        <a:xfrm>
          <a:off x="0" y="0"/>
          <a:ext cx="0" cy="0"/>
          <a:chOff x="0" y="0"/>
          <a:chExt cx="0" cy="0"/>
        </a:xfrm>
      </p:grpSpPr>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cSld>
  <p:clrMapOvr>
    <a:masterClrMapping/>
  </p:clrMapOvr>
  <p:transition/>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theme" Target="../theme/theme2.xml"/><Relationship Id="rId8" Type="http://schemas.openxmlformats.org/officeDocument/2006/relationships/image" Target="../media/image2.png"/><Relationship Id="rId7" Type="http://schemas.openxmlformats.org/officeDocument/2006/relationships/slideLayout" Target="../slideLayouts/slideLayout9.xml"/><Relationship Id="rId6" Type="http://schemas.openxmlformats.org/officeDocument/2006/relationships/slideLayout" Target="../slideLayouts/slideLayout8.xml"/><Relationship Id="rId5" Type="http://schemas.openxmlformats.org/officeDocument/2006/relationships/slideLayout" Target="../slideLayouts/slideLayout7.xml"/><Relationship Id="rId4" Type="http://schemas.openxmlformats.org/officeDocument/2006/relationships/slideLayout" Target="../slideLayouts/slideLayout6.xml"/><Relationship Id="rId3" Type="http://schemas.openxmlformats.org/officeDocument/2006/relationships/slideLayout" Target="../slideLayouts/slideLayout5.xml"/><Relationship Id="rId2" Type="http://schemas.openxmlformats.org/officeDocument/2006/relationships/slideLayout" Target="../slideLayouts/slideLayout4.xml"/><Relationship Id="rId1" Type="http://schemas.openxmlformats.org/officeDocument/2006/relationships/slideLayout" Target="../slideLayouts/slideLayout3.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C0632D7-6FC5-4F1F-BD09-62CFF46557A7}"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BDB11E6-E9F9-4B83-8B53-4B698CD69B7A}"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transition/>
  <p:hf sldNum="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图片 7"/>
          <p:cNvPicPr>
            <a:picLocks noChangeAspect="1"/>
          </p:cNvPicPr>
          <p:nvPr userDrawn="1"/>
        </p:nvPicPr>
        <p:blipFill>
          <a:blip r:embed="rId8">
            <a:alphaModFix amt="70000"/>
          </a:blip>
          <a:stretch>
            <a:fillRect/>
          </a:stretch>
        </p:blipFill>
        <p:spPr>
          <a:xfrm>
            <a:off x="0" y="0"/>
            <a:ext cx="12192000" cy="6857999"/>
          </a:xfrm>
          <a:prstGeom prst="rect">
            <a:avLst/>
          </a:prstGeom>
        </p:spPr>
      </p:pic>
    </p:spTree>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Lst>
  <p:transition/>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0" r:id="rId1"/>
  </p:sldLayoutIdLst>
  <p:transition/>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7" Type="http://schemas.openxmlformats.org/officeDocument/2006/relationships/notesSlide" Target="../notesSlides/notesSlide3.xml"/><Relationship Id="rId6" Type="http://schemas.openxmlformats.org/officeDocument/2006/relationships/slideLayout" Target="../slideLayouts/slideLayout9.xml"/><Relationship Id="rId5" Type="http://schemas.openxmlformats.org/officeDocument/2006/relationships/image" Target="../media/image7.png"/><Relationship Id="rId4" Type="http://schemas.openxmlformats.org/officeDocument/2006/relationships/image" Target="../media/image6.png"/><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9.xml"/><Relationship Id="rId1" Type="http://schemas.openxmlformats.org/officeDocument/2006/relationships/image" Target="../media/image8.pn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9.xml"/><Relationship Id="rId2" Type="http://schemas.openxmlformats.org/officeDocument/2006/relationships/image" Target="../media/image9.png"/><Relationship Id="rId1" Type="http://schemas.openxmlformats.org/officeDocument/2006/relationships/tags" Target="../tags/tag1.xml"/></Relationships>
</file>

<file path=ppt/slides/_rels/slide6.xml.rels><?xml version="1.0" encoding="UTF-8" standalone="yes"?>
<Relationships xmlns="http://schemas.openxmlformats.org/package/2006/relationships"><Relationship Id="rId5" Type="http://schemas.openxmlformats.org/officeDocument/2006/relationships/notesSlide" Target="../notesSlides/notesSlide6.xml"/><Relationship Id="rId4" Type="http://schemas.openxmlformats.org/officeDocument/2006/relationships/slideLayout" Target="../slideLayouts/slideLayout9.xml"/><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image" Target="../media/image10.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4"/>
          <p:cNvSpPr txBox="1"/>
          <p:nvPr/>
        </p:nvSpPr>
        <p:spPr>
          <a:xfrm>
            <a:off x="2891881" y="2343755"/>
            <a:ext cx="6408238" cy="110680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defRPr/>
            </a:pPr>
            <a:r>
              <a:rPr lang="zh-CN" altLang="en-US" sz="6600" b="1" dirty="0">
                <a:latin typeface="宋体" panose="02010600030101010101" pitchFamily="2" charset="-122"/>
                <a:ea typeface="宋体" panose="02010600030101010101" pitchFamily="2" charset="-122"/>
                <a:cs typeface="+mn-ea"/>
                <a:sym typeface="阿里巴巴普惠体"/>
              </a:rPr>
              <a:t>数据挖掘</a:t>
            </a:r>
            <a:endParaRPr lang="zh-CN" altLang="en-US" sz="6600" b="1" dirty="0">
              <a:latin typeface="宋体" panose="02010600030101010101" pitchFamily="2" charset="-122"/>
              <a:ea typeface="宋体" panose="02010600030101010101" pitchFamily="2" charset="-122"/>
              <a:cs typeface="+mn-ea"/>
              <a:sym typeface="阿里巴巴普惠体"/>
            </a:endParaRPr>
          </a:p>
        </p:txBody>
      </p:sp>
      <p:cxnSp>
        <p:nvCxnSpPr>
          <p:cNvPr id="4" name="直接连接符 3"/>
          <p:cNvCxnSpPr/>
          <p:nvPr/>
        </p:nvCxnSpPr>
        <p:spPr>
          <a:xfrm>
            <a:off x="3056829" y="3793612"/>
            <a:ext cx="6078342" cy="0"/>
          </a:xfrm>
          <a:prstGeom prst="line">
            <a:avLst/>
          </a:prstGeom>
          <a:ln>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3" name="副标题 2"/>
          <p:cNvSpPr>
            <a:spLocks noGrp="1"/>
          </p:cNvSpPr>
          <p:nvPr>
            <p:ph type="subTitle" idx="1"/>
          </p:nvPr>
        </p:nvSpPr>
        <p:spPr>
          <a:xfrm>
            <a:off x="0" y="3913505"/>
            <a:ext cx="12192000" cy="3126105"/>
          </a:xfrm>
        </p:spPr>
        <p:txBody>
          <a:bodyPr>
            <a:normAutofit/>
          </a:bodyPr>
          <a:p>
            <a:pPr marL="0" indent="0" algn="ctr">
              <a:buNone/>
            </a:pPr>
            <a:r>
              <a:rPr lang="zh-CN" altLang="en-US" sz="3200">
                <a:latin typeface="微软雅黑" panose="020B0503020204020204" pitchFamily="34" charset="-122"/>
                <a:ea typeface="微软雅黑" panose="020B0503020204020204" pitchFamily="34" charset="-122"/>
              </a:rPr>
              <a:t>第七章作业</a:t>
            </a:r>
            <a:endParaRPr lang="zh-CN" altLang="en-US" sz="3200">
              <a:latin typeface="微软雅黑" panose="020B0503020204020204" pitchFamily="34" charset="-122"/>
              <a:ea typeface="微软雅黑" panose="020B0503020204020204" pitchFamily="34" charset="-122"/>
            </a:endParaRPr>
          </a:p>
          <a:p>
            <a:pPr algn="ctr"/>
            <a:endParaRPr lang="zh-CN" altLang="en-US"/>
          </a:p>
          <a:p>
            <a:pPr algn="ctr"/>
            <a:endParaRPr lang="zh-CN" altLang="en-US"/>
          </a:p>
          <a:p>
            <a:pPr marL="0" indent="0" algn="ctr">
              <a:buNone/>
            </a:pPr>
            <a:r>
              <a:rPr lang="zh-CN" altLang="en-US" sz="1800"/>
              <a:t>宋子旻   信管</a:t>
            </a:r>
            <a:r>
              <a:rPr lang="en-US" altLang="zh-CN" sz="1800"/>
              <a:t>2302   202321054046</a:t>
            </a:r>
            <a:endParaRPr lang="en-US" altLang="zh-CN" sz="1800"/>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p:cNvSpPr txBox="1"/>
          <p:nvPr/>
        </p:nvSpPr>
        <p:spPr>
          <a:xfrm>
            <a:off x="2450465" y="1452245"/>
            <a:ext cx="7662545" cy="5169535"/>
          </a:xfrm>
          <a:prstGeom prst="rect">
            <a:avLst/>
          </a:prstGeom>
          <a:noFill/>
        </p:spPr>
        <p:txBody>
          <a:bodyPr wrap="square" rtlCol="0">
            <a:spAutoFit/>
          </a:bodyPr>
          <a:lstStyle/>
          <a:p>
            <a:pPr fontAlgn="base">
              <a:lnSpc>
                <a:spcPct val="150000"/>
              </a:lnSpc>
            </a:pPr>
            <a:r>
              <a:rPr lang="en-US" sz="2400">
                <a:latin typeface="黑体" panose="02010609060101010101" charset="-122"/>
                <a:ea typeface="黑体" panose="02010609060101010101" charset="-122"/>
                <a:cs typeface="黑体" panose="02010609060101010101" charset="-122"/>
                <a:sym typeface="+mn-ea"/>
              </a:rPr>
              <a:t>数据集共有 5 个属性：</a:t>
            </a:r>
            <a:endParaRPr lang="en-US" sz="2400">
              <a:latin typeface="黑体" panose="02010609060101010101" charset="-122"/>
              <a:ea typeface="黑体" panose="02010609060101010101" charset="-122"/>
              <a:cs typeface="黑体" panose="02010609060101010101" charset="-122"/>
            </a:endParaRPr>
          </a:p>
          <a:p>
            <a:pPr fontAlgn="base">
              <a:lnSpc>
                <a:spcPct val="150000"/>
              </a:lnSpc>
            </a:pPr>
            <a:r>
              <a:rPr lang="en-US" sz="2400">
                <a:latin typeface="黑体" panose="02010609060101010101" charset="-122"/>
                <a:ea typeface="黑体" panose="02010609060101010101" charset="-122"/>
                <a:cs typeface="黑体" panose="02010609060101010101" charset="-122"/>
                <a:sym typeface="+mn-ea"/>
              </a:rPr>
              <a:t>1.R&amp;D Spend-X1（研发投入）</a:t>
            </a:r>
            <a:endParaRPr lang="en-US" sz="2400">
              <a:latin typeface="黑体" panose="02010609060101010101" charset="-122"/>
              <a:ea typeface="黑体" panose="02010609060101010101" charset="-122"/>
              <a:cs typeface="黑体" panose="02010609060101010101" charset="-122"/>
            </a:endParaRPr>
          </a:p>
          <a:p>
            <a:pPr fontAlgn="base">
              <a:lnSpc>
                <a:spcPct val="150000"/>
              </a:lnSpc>
            </a:pPr>
            <a:r>
              <a:rPr lang="en-US" sz="2400">
                <a:latin typeface="黑体" panose="02010609060101010101" charset="-122"/>
                <a:ea typeface="黑体" panose="02010609060101010101" charset="-122"/>
                <a:cs typeface="黑体" panose="02010609060101010101" charset="-122"/>
                <a:sym typeface="+mn-ea"/>
              </a:rPr>
              <a:t>2.Administration-X2（管理费用）</a:t>
            </a:r>
            <a:endParaRPr lang="en-US" sz="2400">
              <a:latin typeface="黑体" panose="02010609060101010101" charset="-122"/>
              <a:ea typeface="黑体" panose="02010609060101010101" charset="-122"/>
              <a:cs typeface="黑体" panose="02010609060101010101" charset="-122"/>
            </a:endParaRPr>
          </a:p>
          <a:p>
            <a:pPr fontAlgn="base">
              <a:lnSpc>
                <a:spcPct val="150000"/>
              </a:lnSpc>
            </a:pPr>
            <a:r>
              <a:rPr lang="en-US" sz="2400">
                <a:latin typeface="黑体" panose="02010609060101010101" charset="-122"/>
                <a:ea typeface="黑体" panose="02010609060101010101" charset="-122"/>
                <a:cs typeface="黑体" panose="02010609060101010101" charset="-122"/>
                <a:sym typeface="+mn-ea"/>
              </a:rPr>
              <a:t>3.Marketing Spend-X3（营销投入）</a:t>
            </a:r>
            <a:endParaRPr lang="en-US" sz="2400">
              <a:latin typeface="黑体" panose="02010609060101010101" charset="-122"/>
              <a:ea typeface="黑体" panose="02010609060101010101" charset="-122"/>
              <a:cs typeface="黑体" panose="02010609060101010101" charset="-122"/>
            </a:endParaRPr>
          </a:p>
          <a:p>
            <a:pPr fontAlgn="base">
              <a:lnSpc>
                <a:spcPct val="150000"/>
              </a:lnSpc>
            </a:pPr>
            <a:r>
              <a:rPr lang="en-US" sz="2400">
                <a:latin typeface="黑体" panose="02010609060101010101" charset="-122"/>
                <a:ea typeface="黑体" panose="02010609060101010101" charset="-122"/>
                <a:cs typeface="黑体" panose="02010609060101010101" charset="-122"/>
                <a:sym typeface="+mn-ea"/>
              </a:rPr>
              <a:t>4.State-X4（所在城市）</a:t>
            </a:r>
            <a:endParaRPr lang="en-US" sz="2400">
              <a:latin typeface="黑体" panose="02010609060101010101" charset="-122"/>
              <a:ea typeface="黑体" panose="02010609060101010101" charset="-122"/>
              <a:cs typeface="黑体" panose="02010609060101010101" charset="-122"/>
            </a:endParaRPr>
          </a:p>
          <a:p>
            <a:pPr fontAlgn="base">
              <a:lnSpc>
                <a:spcPct val="150000"/>
              </a:lnSpc>
            </a:pPr>
            <a:r>
              <a:rPr lang="en-US" sz="2400">
                <a:latin typeface="黑体" panose="02010609060101010101" charset="-122"/>
                <a:ea typeface="黑体" panose="02010609060101010101" charset="-122"/>
                <a:cs typeface="黑体" panose="02010609060101010101" charset="-122"/>
                <a:sym typeface="+mn-ea"/>
              </a:rPr>
              <a:t>5.Profit-Y（利润，因变量）</a:t>
            </a:r>
            <a:endParaRPr lang="en-US" sz="2400">
              <a:latin typeface="黑体" panose="02010609060101010101" charset="-122"/>
              <a:ea typeface="黑体" panose="02010609060101010101" charset="-122"/>
              <a:cs typeface="黑体" panose="02010609060101010101" charset="-122"/>
            </a:endParaRPr>
          </a:p>
          <a:p>
            <a:pPr fontAlgn="base">
              <a:lnSpc>
                <a:spcPct val="150000"/>
              </a:lnSpc>
            </a:pPr>
            <a:endParaRPr lang="en-US" sz="2000">
              <a:solidFill>
                <a:schemeClr val="tx1"/>
              </a:solidFill>
              <a:latin typeface="黑体" panose="02010609060101010101" charset="-122"/>
              <a:ea typeface="黑体" panose="02010609060101010101" charset="-122"/>
              <a:cs typeface="黑体" panose="02010609060101010101" charset="-122"/>
              <a:sym typeface="阿里巴巴普惠体"/>
            </a:endParaRPr>
          </a:p>
          <a:p>
            <a:pPr fontAlgn="base">
              <a:lnSpc>
                <a:spcPct val="150000"/>
              </a:lnSpc>
            </a:pPr>
            <a:r>
              <a:rPr lang="en-US" sz="2800">
                <a:latin typeface="黑体" panose="02010609060101010101" charset="-122"/>
                <a:ea typeface="黑体" panose="02010609060101010101" charset="-122"/>
                <a:cs typeface="黑体" panose="02010609060101010101" charset="-122"/>
                <a:sym typeface="+mn-ea"/>
              </a:rPr>
              <a:t> State-X4 是字符串类型，它是唯一的分类变量，表示公司所在的城市，其他均为数值型变量。</a:t>
            </a:r>
            <a:endParaRPr lang="en-US" sz="2800">
              <a:solidFill>
                <a:schemeClr val="tx1"/>
              </a:solidFill>
              <a:latin typeface="黑体" panose="02010609060101010101" charset="-122"/>
              <a:ea typeface="黑体" panose="02010609060101010101" charset="-122"/>
              <a:cs typeface="黑体" panose="02010609060101010101" charset="-122"/>
              <a:sym typeface="+mn-ea"/>
            </a:endParaRPr>
          </a:p>
        </p:txBody>
      </p:sp>
      <p:sp>
        <p:nvSpPr>
          <p:cNvPr id="3" name="Rectangle 7"/>
          <p:cNvSpPr/>
          <p:nvPr/>
        </p:nvSpPr>
        <p:spPr>
          <a:xfrm>
            <a:off x="1172210" y="401955"/>
            <a:ext cx="9848215" cy="953135"/>
          </a:xfrm>
          <a:prstGeom prst="rect">
            <a:avLst/>
          </a:prstGeom>
        </p:spPr>
        <p:txBody>
          <a:bodyPr wrap="square">
            <a:spAutoFit/>
          </a:bodyPr>
          <a:p>
            <a:pPr algn="ctr"/>
            <a:r>
              <a:rPr lang="zh-CN" altLang="en-US" sz="2800" b="1" dirty="0">
                <a:latin typeface="阿里巴巴普惠体"/>
                <a:ea typeface="字魂58号-创中黑"/>
                <a:cs typeface="+mn-ea"/>
                <a:sym typeface="思源黑体 CN Regular" panose="020B0500000000000000" pitchFamily="34" charset="-122"/>
              </a:rPr>
              <a:t>观察数据集的特征，有几个属性？属性中的分类变量是什么？可视化分类变量（城市）和因变量（营收）之间的关系</a:t>
            </a:r>
            <a:endParaRPr lang="zh-CN" altLang="en-US" sz="2800" b="1" dirty="0">
              <a:latin typeface="阿里巴巴普惠体"/>
              <a:ea typeface="字魂58号-创中黑"/>
              <a:cs typeface="+mn-ea"/>
              <a:sym typeface="思源黑体 CN Regular" panose="020B0500000000000000" pitchFamily="34" charset="-122"/>
            </a:endParaRP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p:cNvSpPr txBox="1"/>
          <p:nvPr/>
        </p:nvSpPr>
        <p:spPr>
          <a:xfrm>
            <a:off x="260350" y="1451610"/>
            <a:ext cx="4554220" cy="645160"/>
          </a:xfrm>
          <a:prstGeom prst="rect">
            <a:avLst/>
          </a:prstGeom>
          <a:noFill/>
        </p:spPr>
        <p:txBody>
          <a:bodyPr wrap="square" rtlCol="0">
            <a:spAutoFit/>
          </a:bodyPr>
          <a:lstStyle/>
          <a:p>
            <a:pPr fontAlgn="base">
              <a:lnSpc>
                <a:spcPct val="150000"/>
              </a:lnSpc>
            </a:pPr>
            <a:r>
              <a:rPr lang="zh-CN" altLang="en-US" sz="2400">
                <a:solidFill>
                  <a:schemeClr val="tx1"/>
                </a:solidFill>
                <a:latin typeface="黑体" panose="02010609060101010101" charset="-122"/>
                <a:ea typeface="黑体" panose="02010609060101010101" charset="-122"/>
                <a:cs typeface="黑体" panose="02010609060101010101" charset="-122"/>
                <a:sym typeface="阿里巴巴普惠体"/>
              </a:rPr>
              <a:t>可视化</a:t>
            </a:r>
            <a:r>
              <a:rPr lang="zh-CN" altLang="en-US" sz="2400">
                <a:solidFill>
                  <a:schemeClr val="tx1"/>
                </a:solidFill>
                <a:latin typeface="黑体" panose="02010609060101010101" charset="-122"/>
                <a:ea typeface="黑体" panose="02010609060101010101" charset="-122"/>
                <a:cs typeface="黑体" panose="02010609060101010101" charset="-122"/>
                <a:sym typeface="阿里巴巴普惠体"/>
              </a:rPr>
              <a:t>如下：</a:t>
            </a:r>
            <a:endParaRPr lang="zh-CN" altLang="en-US" sz="2400">
              <a:solidFill>
                <a:schemeClr val="tx1"/>
              </a:solidFill>
              <a:latin typeface="黑体" panose="02010609060101010101" charset="-122"/>
              <a:ea typeface="黑体" panose="02010609060101010101" charset="-122"/>
              <a:cs typeface="黑体" panose="02010609060101010101" charset="-122"/>
              <a:sym typeface="阿里巴巴普惠体"/>
            </a:endParaRPr>
          </a:p>
        </p:txBody>
      </p:sp>
      <p:sp>
        <p:nvSpPr>
          <p:cNvPr id="3" name="Rectangle 7"/>
          <p:cNvSpPr/>
          <p:nvPr/>
        </p:nvSpPr>
        <p:spPr>
          <a:xfrm>
            <a:off x="1172210" y="401955"/>
            <a:ext cx="9848215" cy="953135"/>
          </a:xfrm>
          <a:prstGeom prst="rect">
            <a:avLst/>
          </a:prstGeom>
        </p:spPr>
        <p:txBody>
          <a:bodyPr wrap="square">
            <a:spAutoFit/>
          </a:bodyPr>
          <a:p>
            <a:pPr algn="ctr"/>
            <a:r>
              <a:rPr lang="zh-CN" altLang="en-US" sz="2800" b="1" dirty="0">
                <a:latin typeface="阿里巴巴普惠体"/>
                <a:ea typeface="字魂58号-创中黑"/>
                <a:cs typeface="+mn-ea"/>
                <a:sym typeface="思源黑体 CN Regular" panose="020B0500000000000000" pitchFamily="34" charset="-122"/>
              </a:rPr>
              <a:t>观察数据集的特征，有几个属性？属性中的分类变量是什么？可视化分类变量（城市）和因变量（营收）之间的关系</a:t>
            </a:r>
            <a:endParaRPr lang="zh-CN" altLang="en-US" sz="2800" b="1" dirty="0">
              <a:latin typeface="阿里巴巴普惠体"/>
              <a:ea typeface="字魂58号-创中黑"/>
              <a:cs typeface="+mn-ea"/>
              <a:sym typeface="思源黑体 CN Regular" panose="020B0500000000000000" pitchFamily="34" charset="-122"/>
            </a:endParaRPr>
          </a:p>
        </p:txBody>
      </p:sp>
      <p:pic>
        <p:nvPicPr>
          <p:cNvPr id="2" name="图片 1"/>
          <p:cNvPicPr>
            <a:picLocks noChangeAspect="1"/>
          </p:cNvPicPr>
          <p:nvPr/>
        </p:nvPicPr>
        <p:blipFill>
          <a:blip r:embed="rId1"/>
          <a:stretch>
            <a:fillRect/>
          </a:stretch>
        </p:blipFill>
        <p:spPr>
          <a:xfrm>
            <a:off x="4483100" y="2096770"/>
            <a:ext cx="3603625" cy="2282825"/>
          </a:xfrm>
          <a:prstGeom prst="rect">
            <a:avLst/>
          </a:prstGeom>
        </p:spPr>
      </p:pic>
      <p:pic>
        <p:nvPicPr>
          <p:cNvPr id="7" name="图片 6"/>
          <p:cNvPicPr>
            <a:picLocks noChangeAspect="1"/>
          </p:cNvPicPr>
          <p:nvPr/>
        </p:nvPicPr>
        <p:blipFill>
          <a:blip r:embed="rId2"/>
          <a:stretch>
            <a:fillRect/>
          </a:stretch>
        </p:blipFill>
        <p:spPr>
          <a:xfrm>
            <a:off x="8249920" y="2203450"/>
            <a:ext cx="3307715" cy="2192020"/>
          </a:xfrm>
          <a:prstGeom prst="rect">
            <a:avLst/>
          </a:prstGeom>
        </p:spPr>
      </p:pic>
      <p:pic>
        <p:nvPicPr>
          <p:cNvPr id="9" name="图片 8"/>
          <p:cNvPicPr>
            <a:picLocks noChangeAspect="1"/>
          </p:cNvPicPr>
          <p:nvPr/>
        </p:nvPicPr>
        <p:blipFill>
          <a:blip r:embed="rId3"/>
          <a:stretch>
            <a:fillRect/>
          </a:stretch>
        </p:blipFill>
        <p:spPr>
          <a:xfrm>
            <a:off x="960755" y="2096770"/>
            <a:ext cx="3522345" cy="2298700"/>
          </a:xfrm>
          <a:prstGeom prst="rect">
            <a:avLst/>
          </a:prstGeom>
        </p:spPr>
      </p:pic>
      <p:pic>
        <p:nvPicPr>
          <p:cNvPr id="4" name="图片 3"/>
          <p:cNvPicPr>
            <a:picLocks noChangeAspect="1"/>
          </p:cNvPicPr>
          <p:nvPr/>
        </p:nvPicPr>
        <p:blipFill>
          <a:blip r:embed="rId4"/>
          <a:stretch>
            <a:fillRect/>
          </a:stretch>
        </p:blipFill>
        <p:spPr>
          <a:xfrm>
            <a:off x="5862955" y="4289425"/>
            <a:ext cx="4671695" cy="2466340"/>
          </a:xfrm>
          <a:prstGeom prst="rect">
            <a:avLst/>
          </a:prstGeom>
        </p:spPr>
      </p:pic>
      <p:pic>
        <p:nvPicPr>
          <p:cNvPr id="5" name="图片 4"/>
          <p:cNvPicPr>
            <a:picLocks noChangeAspect="1"/>
          </p:cNvPicPr>
          <p:nvPr/>
        </p:nvPicPr>
        <p:blipFill>
          <a:blip r:embed="rId5"/>
          <a:stretch>
            <a:fillRect/>
          </a:stretch>
        </p:blipFill>
        <p:spPr>
          <a:xfrm>
            <a:off x="1172210" y="4288790"/>
            <a:ext cx="4139565" cy="2466975"/>
          </a:xfrm>
          <a:prstGeom prst="rect">
            <a:avLst/>
          </a:prstGeom>
        </p:spPr>
      </p:pic>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p:cNvSpPr txBox="1"/>
          <p:nvPr/>
        </p:nvSpPr>
        <p:spPr>
          <a:xfrm>
            <a:off x="635" y="1386205"/>
            <a:ext cx="12191365" cy="2584450"/>
          </a:xfrm>
          <a:prstGeom prst="rect">
            <a:avLst/>
          </a:prstGeom>
          <a:noFill/>
        </p:spPr>
        <p:txBody>
          <a:bodyPr wrap="square" rtlCol="0">
            <a:spAutoFit/>
          </a:bodyPr>
          <a:lstStyle/>
          <a:p>
            <a:pPr fontAlgn="base">
              <a:lnSpc>
                <a:spcPct val="150000"/>
              </a:lnSpc>
            </a:pPr>
            <a:r>
              <a:rPr lang="en-US" altLang="zh-CN">
                <a:solidFill>
                  <a:schemeClr val="tx1"/>
                </a:solidFill>
                <a:latin typeface="黑体" panose="02010609060101010101" charset="-122"/>
                <a:ea typeface="黑体" panose="02010609060101010101" charset="-122"/>
                <a:cs typeface="黑体" panose="02010609060101010101" charset="-122"/>
                <a:sym typeface="阿里巴巴普惠体"/>
              </a:rPr>
              <a:t>1.</a:t>
            </a:r>
            <a:r>
              <a:rPr lang="zh-CN" altLang="en-US">
                <a:solidFill>
                  <a:schemeClr val="tx1"/>
                </a:solidFill>
                <a:latin typeface="黑体" panose="02010609060101010101" charset="-122"/>
                <a:ea typeface="黑体" panose="02010609060101010101" charset="-122"/>
                <a:cs typeface="黑体" panose="02010609060101010101" charset="-122"/>
                <a:sym typeface="阿里巴巴普惠体"/>
              </a:rPr>
              <a:t>文字标签数字化：先导入相关工具，使用</a:t>
            </a:r>
            <a:r>
              <a:rPr lang="en-US" altLang="zh-CN">
                <a:solidFill>
                  <a:schemeClr val="tx1"/>
                </a:solidFill>
                <a:latin typeface="黑体" panose="02010609060101010101" charset="-122"/>
                <a:ea typeface="黑体" panose="02010609060101010101" charset="-122"/>
                <a:cs typeface="黑体" panose="02010609060101010101" charset="-122"/>
                <a:sym typeface="阿里巴巴普惠体"/>
              </a:rPr>
              <a:t>LabelEncoder</a:t>
            </a:r>
            <a:r>
              <a:rPr lang="zh-CN" altLang="en-US">
                <a:solidFill>
                  <a:schemeClr val="tx1"/>
                </a:solidFill>
                <a:latin typeface="黑体" panose="02010609060101010101" charset="-122"/>
                <a:ea typeface="黑体" panose="02010609060101010101" charset="-122"/>
                <a:cs typeface="黑体" panose="02010609060101010101" charset="-122"/>
                <a:sym typeface="阿里巴巴普惠体"/>
              </a:rPr>
              <a:t>将文字形式的分类值转换为 0、1、2 这样的数字编号。</a:t>
            </a:r>
            <a:endParaRPr lang="zh-CN" altLang="en-US">
              <a:solidFill>
                <a:schemeClr val="tx1"/>
              </a:solidFill>
              <a:latin typeface="黑体" panose="02010609060101010101" charset="-122"/>
              <a:ea typeface="黑体" panose="02010609060101010101" charset="-122"/>
              <a:cs typeface="黑体" panose="02010609060101010101" charset="-122"/>
              <a:sym typeface="阿里巴巴普惠体"/>
            </a:endParaRPr>
          </a:p>
          <a:p>
            <a:pPr fontAlgn="base">
              <a:lnSpc>
                <a:spcPct val="150000"/>
              </a:lnSpc>
            </a:pPr>
            <a:r>
              <a:rPr lang="en-US" altLang="zh-CN">
                <a:solidFill>
                  <a:schemeClr val="tx1"/>
                </a:solidFill>
                <a:latin typeface="黑体" panose="02010609060101010101" charset="-122"/>
                <a:ea typeface="黑体" panose="02010609060101010101" charset="-122"/>
                <a:cs typeface="黑体" panose="02010609060101010101" charset="-122"/>
                <a:sym typeface="阿里巴巴普惠体"/>
              </a:rPr>
              <a:t>2.</a:t>
            </a:r>
            <a:r>
              <a:rPr lang="zh-CN" altLang="en-US">
                <a:solidFill>
                  <a:schemeClr val="tx1"/>
                </a:solidFill>
                <a:latin typeface="黑体" panose="02010609060101010101" charset="-122"/>
                <a:ea typeface="黑体" panose="02010609060101010101" charset="-122"/>
                <a:cs typeface="黑体" panose="02010609060101010101" charset="-122"/>
                <a:sym typeface="阿里巴巴普惠体"/>
              </a:rPr>
              <a:t>执行独热编码转换：使用</a:t>
            </a:r>
            <a:r>
              <a:rPr lang="en-US" altLang="zh-CN">
                <a:solidFill>
                  <a:schemeClr val="tx1"/>
                </a:solidFill>
                <a:latin typeface="黑体" panose="02010609060101010101" charset="-122"/>
                <a:ea typeface="黑体" panose="02010609060101010101" charset="-122"/>
                <a:cs typeface="黑体" panose="02010609060101010101" charset="-122"/>
                <a:sym typeface="阿里巴巴普惠体"/>
              </a:rPr>
              <a:t>ColumnTransformer</a:t>
            </a:r>
            <a:r>
              <a:rPr lang="zh-CN" altLang="en-US">
                <a:solidFill>
                  <a:schemeClr val="tx1"/>
                </a:solidFill>
                <a:latin typeface="黑体" panose="02010609060101010101" charset="-122"/>
                <a:ea typeface="黑体" panose="02010609060101010101" charset="-122"/>
                <a:cs typeface="黑体" panose="02010609060101010101" charset="-122"/>
                <a:sym typeface="阿里巴巴普惠体"/>
              </a:rPr>
              <a:t>配合</a:t>
            </a:r>
            <a:r>
              <a:rPr lang="en-US" altLang="zh-CN">
                <a:solidFill>
                  <a:schemeClr val="tx1"/>
                </a:solidFill>
                <a:latin typeface="黑体" panose="02010609060101010101" charset="-122"/>
                <a:ea typeface="黑体" panose="02010609060101010101" charset="-122"/>
                <a:cs typeface="黑体" panose="02010609060101010101" charset="-122"/>
                <a:sym typeface="阿里巴巴普惠体"/>
              </a:rPr>
              <a:t>OneHotEncoder，</a:t>
            </a:r>
            <a:r>
              <a:rPr lang="zh-CN" altLang="en-US">
                <a:solidFill>
                  <a:schemeClr val="tx1"/>
                </a:solidFill>
                <a:latin typeface="黑体" panose="02010609060101010101" charset="-122"/>
                <a:ea typeface="黑体" panose="02010609060101010101" charset="-122"/>
                <a:cs typeface="黑体" panose="02010609060101010101" charset="-122"/>
                <a:sym typeface="阿里巴巴普惠体"/>
              </a:rPr>
              <a:t>指定需要编码的目标列（如索引 3 的第 3 列），将第一步得到的数字标签转换为二进制向量形式：</a:t>
            </a:r>
            <a:r>
              <a:rPr lang="en-US" altLang="zh-CN">
                <a:solidFill>
                  <a:schemeClr val="tx1"/>
                </a:solidFill>
                <a:latin typeface="黑体" panose="02010609060101010101" charset="-122"/>
                <a:ea typeface="黑体" panose="02010609060101010101" charset="-122"/>
                <a:cs typeface="黑体" panose="02010609060101010101" charset="-122"/>
                <a:sym typeface="阿里巴巴普惠体"/>
              </a:rPr>
              <a:t> 0 → [1, 0, 0]  1 → [0, 1, 0]  2 → [0, 0, 1]</a:t>
            </a:r>
            <a:endParaRPr lang="en-US" altLang="zh-CN">
              <a:solidFill>
                <a:schemeClr val="tx1"/>
              </a:solidFill>
              <a:latin typeface="黑体" panose="02010609060101010101" charset="-122"/>
              <a:ea typeface="黑体" panose="02010609060101010101" charset="-122"/>
              <a:cs typeface="黑体" panose="02010609060101010101" charset="-122"/>
              <a:sym typeface="阿里巴巴普惠体"/>
            </a:endParaRPr>
          </a:p>
          <a:p>
            <a:pPr fontAlgn="base">
              <a:lnSpc>
                <a:spcPct val="150000"/>
              </a:lnSpc>
            </a:pPr>
            <a:r>
              <a:rPr lang="en-US" altLang="zh-CN">
                <a:solidFill>
                  <a:schemeClr val="tx1"/>
                </a:solidFill>
                <a:latin typeface="黑体" panose="02010609060101010101" charset="-122"/>
                <a:ea typeface="黑体" panose="02010609060101010101" charset="-122"/>
                <a:cs typeface="黑体" panose="02010609060101010101" charset="-122"/>
                <a:sym typeface="阿里巴巴普惠体"/>
              </a:rPr>
              <a:t>3.</a:t>
            </a:r>
            <a:r>
              <a:rPr lang="zh-CN" altLang="en-US">
                <a:solidFill>
                  <a:schemeClr val="tx1"/>
                </a:solidFill>
                <a:latin typeface="黑体" panose="02010609060101010101" charset="-122"/>
                <a:ea typeface="黑体" panose="02010609060101010101" charset="-122"/>
                <a:cs typeface="黑体" panose="02010609060101010101" charset="-122"/>
                <a:sym typeface="阿里巴巴普惠体"/>
              </a:rPr>
              <a:t>生成多列 0/1 特征：有多少个不同的类别，就会生成对应数量的 0/1 特征列（如 3 个类别会生成 3 列特征）。</a:t>
            </a:r>
            <a:endParaRPr lang="zh-CN" altLang="en-US">
              <a:solidFill>
                <a:schemeClr val="tx1"/>
              </a:solidFill>
              <a:latin typeface="黑体" panose="02010609060101010101" charset="-122"/>
              <a:ea typeface="黑体" panose="02010609060101010101" charset="-122"/>
              <a:cs typeface="黑体" panose="02010609060101010101" charset="-122"/>
              <a:sym typeface="阿里巴巴普惠体"/>
            </a:endParaRPr>
          </a:p>
          <a:p>
            <a:pPr fontAlgn="base">
              <a:lnSpc>
                <a:spcPct val="150000"/>
              </a:lnSpc>
            </a:pPr>
            <a:r>
              <a:rPr lang="en-US" altLang="zh-CN">
                <a:solidFill>
                  <a:schemeClr val="tx1"/>
                </a:solidFill>
                <a:latin typeface="黑体" panose="02010609060101010101" charset="-122"/>
                <a:ea typeface="黑体" panose="02010609060101010101" charset="-122"/>
                <a:cs typeface="黑体" panose="02010609060101010101" charset="-122"/>
                <a:sym typeface="阿里巴巴普惠体"/>
              </a:rPr>
              <a:t>4.</a:t>
            </a:r>
            <a:r>
              <a:rPr lang="zh-CN" altLang="en-US">
                <a:solidFill>
                  <a:schemeClr val="tx1"/>
                </a:solidFill>
                <a:latin typeface="黑体" panose="02010609060101010101" charset="-122"/>
                <a:ea typeface="黑体" panose="02010609060101010101" charset="-122"/>
                <a:cs typeface="黑体" panose="02010609060101010101" charset="-122"/>
                <a:sym typeface="阿里巴巴普惠体"/>
              </a:rPr>
              <a:t>删除冗余列规避陷阱：删除生成的 </a:t>
            </a:r>
            <a:r>
              <a:rPr lang="en-US" altLang="zh-CN">
                <a:solidFill>
                  <a:schemeClr val="tx1"/>
                </a:solidFill>
                <a:latin typeface="黑体" panose="02010609060101010101" charset="-122"/>
                <a:ea typeface="黑体" panose="02010609060101010101" charset="-122"/>
                <a:cs typeface="黑体" panose="02010609060101010101" charset="-122"/>
                <a:sym typeface="阿里巴巴普惠体"/>
              </a:rPr>
              <a:t>One-Hot </a:t>
            </a:r>
            <a:r>
              <a:rPr lang="zh-CN" altLang="en-US">
                <a:solidFill>
                  <a:schemeClr val="tx1"/>
                </a:solidFill>
                <a:latin typeface="黑体" panose="02010609060101010101" charset="-122"/>
                <a:ea typeface="黑体" panose="02010609060101010101" charset="-122"/>
                <a:cs typeface="黑体" panose="02010609060101010101" charset="-122"/>
                <a:sym typeface="阿里巴巴普惠体"/>
              </a:rPr>
              <a:t>编码中的第一列。因为 </a:t>
            </a:r>
            <a:r>
              <a:rPr lang="en-US" altLang="zh-CN">
                <a:solidFill>
                  <a:schemeClr val="tx1"/>
                </a:solidFill>
                <a:latin typeface="黑体" panose="02010609060101010101" charset="-122"/>
                <a:ea typeface="黑体" panose="02010609060101010101" charset="-122"/>
                <a:cs typeface="黑体" panose="02010609060101010101" charset="-122"/>
                <a:sym typeface="阿里巴巴普惠体"/>
              </a:rPr>
              <a:t>n </a:t>
            </a:r>
            <a:r>
              <a:rPr lang="zh-CN" altLang="en-US">
                <a:solidFill>
                  <a:schemeClr val="tx1"/>
                </a:solidFill>
                <a:latin typeface="黑体" panose="02010609060101010101" charset="-122"/>
                <a:ea typeface="黑体" panose="02010609060101010101" charset="-122"/>
                <a:cs typeface="黑体" panose="02010609060101010101" charset="-122"/>
                <a:sym typeface="阿里巴巴普惠体"/>
              </a:rPr>
              <a:t>个类别仅需 </a:t>
            </a:r>
            <a:r>
              <a:rPr lang="en-US" altLang="zh-CN">
                <a:solidFill>
                  <a:schemeClr val="tx1"/>
                </a:solidFill>
                <a:latin typeface="黑体" panose="02010609060101010101" charset="-122"/>
                <a:ea typeface="黑体" panose="02010609060101010101" charset="-122"/>
                <a:cs typeface="黑体" panose="02010609060101010101" charset="-122"/>
                <a:sym typeface="阿里巴巴普惠体"/>
              </a:rPr>
              <a:t>n-1 </a:t>
            </a:r>
            <a:r>
              <a:rPr lang="zh-CN" altLang="en-US">
                <a:solidFill>
                  <a:schemeClr val="tx1"/>
                </a:solidFill>
                <a:latin typeface="黑体" panose="02010609060101010101" charset="-122"/>
                <a:ea typeface="黑体" panose="02010609060101010101" charset="-122"/>
                <a:cs typeface="黑体" panose="02010609060101010101" charset="-122"/>
                <a:sym typeface="阿里巴巴普惠体"/>
              </a:rPr>
              <a:t>列就能完全区分，删除 1 列可以有效防止多重共线性问题（虚拟变量陷阱）。</a:t>
            </a:r>
            <a:endParaRPr lang="zh-CN" altLang="en-US">
              <a:solidFill>
                <a:schemeClr val="tx1"/>
              </a:solidFill>
              <a:latin typeface="黑体" panose="02010609060101010101" charset="-122"/>
              <a:ea typeface="黑体" panose="02010609060101010101" charset="-122"/>
              <a:cs typeface="黑体" panose="02010609060101010101" charset="-122"/>
              <a:sym typeface="阿里巴巴普惠体"/>
            </a:endParaRPr>
          </a:p>
        </p:txBody>
      </p:sp>
      <p:sp>
        <p:nvSpPr>
          <p:cNvPr id="3" name="Rectangle 7"/>
          <p:cNvSpPr/>
          <p:nvPr/>
        </p:nvSpPr>
        <p:spPr>
          <a:xfrm>
            <a:off x="2976880" y="405130"/>
            <a:ext cx="6237605" cy="1076325"/>
          </a:xfrm>
          <a:prstGeom prst="rect">
            <a:avLst/>
          </a:prstGeom>
        </p:spPr>
        <p:txBody>
          <a:bodyPr wrap="square">
            <a:spAutoFit/>
          </a:bodyPr>
          <a:p>
            <a:pPr algn="ctr"/>
            <a:r>
              <a:rPr lang="zh-CN" altLang="en-US" sz="3200" b="1" dirty="0">
                <a:latin typeface="阿里巴巴普惠体"/>
                <a:ea typeface="字魂58号-创中黑"/>
                <a:cs typeface="+mn-ea"/>
                <a:sym typeface="思源黑体 CN Regular" panose="020B0500000000000000" pitchFamily="34" charset="-122"/>
              </a:rPr>
              <a:t>如何把分类变量转化为onehot，过程是什么？</a:t>
            </a:r>
            <a:endParaRPr lang="zh-CN" altLang="en-US" sz="3200" b="1" dirty="0">
              <a:latin typeface="阿里巴巴普惠体"/>
              <a:ea typeface="字魂58号-创中黑"/>
              <a:cs typeface="+mn-ea"/>
              <a:sym typeface="阿里巴巴普惠体"/>
            </a:endParaRPr>
          </a:p>
        </p:txBody>
      </p:sp>
      <p:pic>
        <p:nvPicPr>
          <p:cNvPr id="2" name="图片 1"/>
          <p:cNvPicPr>
            <a:picLocks noChangeAspect="1"/>
          </p:cNvPicPr>
          <p:nvPr/>
        </p:nvPicPr>
        <p:blipFill>
          <a:blip r:embed="rId1"/>
          <a:stretch>
            <a:fillRect/>
          </a:stretch>
        </p:blipFill>
        <p:spPr>
          <a:xfrm>
            <a:off x="2532380" y="3851910"/>
            <a:ext cx="7126605" cy="2835910"/>
          </a:xfrm>
          <a:prstGeom prst="rect">
            <a:avLst/>
          </a:prstGeom>
        </p:spPr>
      </p:pic>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p:cNvSpPr txBox="1"/>
          <p:nvPr/>
        </p:nvSpPr>
        <p:spPr>
          <a:xfrm>
            <a:off x="128270" y="1276350"/>
            <a:ext cx="5800090" cy="5066030"/>
          </a:xfrm>
          <a:prstGeom prst="rect">
            <a:avLst/>
          </a:prstGeom>
          <a:noFill/>
        </p:spPr>
        <p:txBody>
          <a:bodyPr wrap="square" rtlCol="0">
            <a:noAutofit/>
          </a:bodyPr>
          <a:lstStyle/>
          <a:p>
            <a:pPr fontAlgn="base">
              <a:lnSpc>
                <a:spcPct val="150000"/>
              </a:lnSpc>
            </a:pPr>
            <a:r>
              <a:rPr lang="en-US" altLang="zh-CN" sz="2400">
                <a:solidFill>
                  <a:schemeClr val="tx1"/>
                </a:solidFill>
                <a:latin typeface="阿里巴巴普惠体"/>
                <a:ea typeface="字魂58号-创中黑"/>
                <a:cs typeface="+mn-ea"/>
                <a:sym typeface="阿里巴巴普惠体"/>
              </a:rPr>
              <a:t>R²（</a:t>
            </a:r>
            <a:r>
              <a:rPr lang="zh-CN" altLang="en-US" sz="2400">
                <a:solidFill>
                  <a:schemeClr val="tx1"/>
                </a:solidFill>
                <a:latin typeface="阿里巴巴普惠体"/>
                <a:ea typeface="字魂58号-创中黑"/>
                <a:cs typeface="+mn-ea"/>
                <a:sym typeface="阿里巴巴普惠体"/>
              </a:rPr>
              <a:t>决定系数）是线性回归模型拟合效果的核心评估指标，取值范围为0到1，越接近1说明模型拟合效果越好、预测能力越强。</a:t>
            </a:r>
            <a:endParaRPr lang="zh-CN" altLang="en-US" sz="2400">
              <a:solidFill>
                <a:schemeClr val="tx1"/>
              </a:solidFill>
              <a:latin typeface="阿里巴巴普惠体"/>
              <a:ea typeface="字魂58号-创中黑"/>
              <a:cs typeface="+mn-ea"/>
              <a:sym typeface="阿里巴巴普惠体"/>
            </a:endParaRPr>
          </a:p>
          <a:p>
            <a:pPr fontAlgn="base">
              <a:lnSpc>
                <a:spcPct val="150000"/>
              </a:lnSpc>
            </a:pPr>
            <a:r>
              <a:rPr lang="zh-CN" altLang="en-US" sz="2400">
                <a:solidFill>
                  <a:schemeClr val="tx1"/>
                </a:solidFill>
                <a:latin typeface="阿里巴巴普惠体"/>
                <a:ea typeface="字魂58号-创中黑"/>
                <a:cs typeface="+mn-ea"/>
                <a:sym typeface="阿里巴巴普惠体"/>
              </a:rPr>
              <a:t>它衡量模型能够解释的因变量变异占总变异的比例，计算公式为</a:t>
            </a:r>
            <a:r>
              <a:rPr lang="en-US" altLang="zh-CN" sz="2400">
                <a:solidFill>
                  <a:schemeClr val="tx1"/>
                </a:solidFill>
                <a:latin typeface="阿里巴巴普惠体"/>
                <a:ea typeface="字魂58号-创中黑"/>
                <a:cs typeface="+mn-ea"/>
                <a:sym typeface="阿里巴巴普惠体"/>
              </a:rPr>
              <a:t>R²=1-</a:t>
            </a:r>
            <a:r>
              <a:rPr lang="zh-CN" altLang="en-US" sz="2400">
                <a:solidFill>
                  <a:schemeClr val="tx1"/>
                </a:solidFill>
                <a:latin typeface="阿里巴巴普惠体"/>
                <a:ea typeface="字魂58号-创中黑"/>
                <a:cs typeface="+mn-ea"/>
                <a:sym typeface="阿里巴巴普惠体"/>
              </a:rPr>
              <a:t>残差平方和/总平方和，代码中可直接调用训练好的回归模型的</a:t>
            </a:r>
            <a:r>
              <a:rPr lang="en-US" altLang="zh-CN" sz="2400">
                <a:solidFill>
                  <a:schemeClr val="tx1"/>
                </a:solidFill>
                <a:latin typeface="阿里巴巴普惠体"/>
                <a:ea typeface="字魂58号-创中黑"/>
                <a:cs typeface="+mn-ea"/>
                <a:sym typeface="阿里巴巴普惠体"/>
              </a:rPr>
              <a:t>score(X,Y)</a:t>
            </a:r>
            <a:r>
              <a:rPr lang="zh-CN" altLang="en-US" sz="2400">
                <a:solidFill>
                  <a:schemeClr val="tx1"/>
                </a:solidFill>
                <a:latin typeface="阿里巴巴普惠体"/>
                <a:ea typeface="字魂58号-创中黑"/>
                <a:cs typeface="+mn-ea"/>
                <a:sym typeface="阿里巴巴普惠体"/>
              </a:rPr>
              <a:t>方法快速计算。</a:t>
            </a:r>
            <a:endParaRPr lang="zh-CN" altLang="en-US" sz="2400">
              <a:solidFill>
                <a:schemeClr val="tx1"/>
              </a:solidFill>
              <a:latin typeface="阿里巴巴普惠体"/>
              <a:ea typeface="字魂58号-创中黑"/>
              <a:cs typeface="+mn-ea"/>
              <a:sym typeface="阿里巴巴普惠体"/>
            </a:endParaRPr>
          </a:p>
        </p:txBody>
      </p:sp>
      <p:sp>
        <p:nvSpPr>
          <p:cNvPr id="3" name="Rectangle 7"/>
          <p:cNvSpPr/>
          <p:nvPr/>
        </p:nvSpPr>
        <p:spPr>
          <a:xfrm>
            <a:off x="4331335" y="297180"/>
            <a:ext cx="3529330" cy="583565"/>
          </a:xfrm>
          <a:prstGeom prst="rect">
            <a:avLst/>
          </a:prstGeom>
        </p:spPr>
        <p:txBody>
          <a:bodyPr wrap="square">
            <a:spAutoFit/>
          </a:bodyPr>
          <a:p>
            <a:pPr algn="ctr"/>
            <a:r>
              <a:rPr kumimoji="1" lang="zh-CN" altLang="en-US" sz="3200" b="1" dirty="0">
                <a:solidFill>
                  <a:schemeClr val="accent1">
                    <a:lumMod val="100000"/>
                  </a:schemeClr>
                </a:solidFill>
                <a:latin typeface="思源黑体 CN Regular" panose="020B0500000000000000" pitchFamily="34" charset="-122"/>
                <a:ea typeface="思源黑体 CN Regular" panose="020B0500000000000000" pitchFamily="34" charset="-122"/>
                <a:sym typeface="思源黑体 CN Regular" panose="020B0500000000000000" pitchFamily="34" charset="-122"/>
              </a:rPr>
              <a:t>如何评估结果？</a:t>
            </a:r>
            <a:r>
              <a:rPr kumimoji="1" lang="en-US" altLang="zh-CN" sz="3200" b="1" dirty="0">
                <a:solidFill>
                  <a:schemeClr val="accent1">
                    <a:lumMod val="100000"/>
                  </a:schemeClr>
                </a:solidFill>
                <a:latin typeface="思源黑体 CN Regular" panose="020B0500000000000000" pitchFamily="34" charset="-122"/>
                <a:ea typeface="思源黑体 CN Regular" panose="020B0500000000000000" pitchFamily="34" charset="-122"/>
                <a:sym typeface="思源黑体 CN Regular" panose="020B0500000000000000" pitchFamily="34" charset="-122"/>
              </a:rPr>
              <a:t>R</a:t>
            </a:r>
            <a:r>
              <a:rPr kumimoji="1" lang="en-US" altLang="zh-CN" sz="3200" b="1" baseline="30000" dirty="0">
                <a:solidFill>
                  <a:schemeClr val="accent1">
                    <a:lumMod val="100000"/>
                  </a:schemeClr>
                </a:solidFill>
                <a:latin typeface="思源黑体 CN Regular" panose="020B0500000000000000" pitchFamily="34" charset="-122"/>
                <a:ea typeface="思源黑体 CN Regular" panose="020B0500000000000000" pitchFamily="34" charset="-122"/>
                <a:sym typeface="思源黑体 CN Regular" panose="020B0500000000000000" pitchFamily="34" charset="-122"/>
              </a:rPr>
              <a:t>2</a:t>
            </a:r>
            <a:endParaRPr kumimoji="1" lang="en-US" altLang="zh-CN" sz="3200" b="1" baseline="30000" dirty="0">
              <a:solidFill>
                <a:schemeClr val="accent1">
                  <a:lumMod val="100000"/>
                </a:schemeClr>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pic>
        <p:nvPicPr>
          <p:cNvPr id="53" name="图片 52"/>
          <p:cNvPicPr>
            <a:picLocks noChangeAspect="1"/>
          </p:cNvPicPr>
          <p:nvPr>
            <p:custDataLst>
              <p:tags r:id="rId1"/>
            </p:custDataLst>
          </p:nvPr>
        </p:nvPicPr>
        <p:blipFill>
          <a:blip r:embed="rId2"/>
          <a:stretch>
            <a:fillRect/>
          </a:stretch>
        </p:blipFill>
        <p:spPr>
          <a:xfrm>
            <a:off x="5928360" y="1983105"/>
            <a:ext cx="6263640" cy="2313940"/>
          </a:xfrm>
          <a:prstGeom prst="rect">
            <a:avLst/>
          </a:prstGeom>
        </p:spPr>
      </p:pic>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7"/>
          <p:cNvSpPr/>
          <p:nvPr/>
        </p:nvSpPr>
        <p:spPr>
          <a:xfrm>
            <a:off x="819150" y="297180"/>
            <a:ext cx="10554335" cy="1076325"/>
          </a:xfrm>
          <a:prstGeom prst="rect">
            <a:avLst/>
          </a:prstGeom>
        </p:spPr>
        <p:txBody>
          <a:bodyPr wrap="square">
            <a:spAutoFit/>
          </a:bodyPr>
          <a:p>
            <a:pPr algn="ctr"/>
            <a:r>
              <a:rPr kumimoji="1" lang="zh-CN" altLang="en-US" sz="3200" b="1" dirty="0">
                <a:solidFill>
                  <a:schemeClr val="accent1">
                    <a:lumMod val="100000"/>
                  </a:schemeClr>
                </a:solidFill>
                <a:latin typeface="思源黑体 CN Regular" panose="020B0500000000000000" pitchFamily="34" charset="-122"/>
                <a:ea typeface="思源黑体 CN Regular" panose="020B0500000000000000" pitchFamily="34" charset="-122"/>
                <a:sym typeface="思源黑体 CN Regular" panose="020B0500000000000000" pitchFamily="34" charset="-122"/>
              </a:rPr>
              <a:t>如何获得系数（属性的权重），以及截距？</a:t>
            </a:r>
            <a:endParaRPr kumimoji="1" lang="zh-CN" altLang="en-US" sz="3200" b="1" dirty="0">
              <a:solidFill>
                <a:schemeClr val="accent1">
                  <a:lumMod val="100000"/>
                </a:schemeClr>
              </a:solidFill>
              <a:latin typeface="思源黑体 CN Regular" panose="020B0500000000000000" pitchFamily="34" charset="-122"/>
              <a:ea typeface="思源黑体 CN Regular" panose="020B0500000000000000" pitchFamily="34" charset="-122"/>
              <a:sym typeface="思源黑体 CN Regular" panose="020B0500000000000000" pitchFamily="34" charset="-122"/>
            </a:endParaRPr>
          </a:p>
          <a:p>
            <a:pPr algn="ctr"/>
            <a:r>
              <a:rPr kumimoji="1" lang="zh-CN" altLang="en-US" sz="3200" b="1" dirty="0">
                <a:solidFill>
                  <a:schemeClr val="accent1">
                    <a:lumMod val="100000"/>
                  </a:schemeClr>
                </a:solidFill>
                <a:latin typeface="思源黑体 CN Regular" panose="020B0500000000000000" pitchFamily="34" charset="-122"/>
                <a:ea typeface="思源黑体 CN Regular" panose="020B0500000000000000" pitchFamily="34" charset="-122"/>
                <a:sym typeface="思源黑体 CN Regular" panose="020B0500000000000000" pitchFamily="34" charset="-122"/>
              </a:rPr>
              <a:t>怎么分析这个结果？最终的数学公式应该是什么？</a:t>
            </a:r>
            <a:endParaRPr lang="zh-CN" altLang="en-US" sz="3200" b="1" dirty="0">
              <a:latin typeface="阿里巴巴普惠体"/>
              <a:ea typeface="字魂58号-创中黑"/>
              <a:cs typeface="+mn-ea"/>
              <a:sym typeface="阿里巴巴普惠体"/>
            </a:endParaRPr>
          </a:p>
        </p:txBody>
      </p:sp>
      <p:pic>
        <p:nvPicPr>
          <p:cNvPr id="2" name="图片 1"/>
          <p:cNvPicPr>
            <a:picLocks noChangeAspect="1"/>
          </p:cNvPicPr>
          <p:nvPr/>
        </p:nvPicPr>
        <p:blipFill>
          <a:blip r:embed="rId1"/>
          <a:stretch>
            <a:fillRect/>
          </a:stretch>
        </p:blipFill>
        <p:spPr>
          <a:xfrm>
            <a:off x="510540" y="1373505"/>
            <a:ext cx="5630545" cy="1388745"/>
          </a:xfrm>
          <a:prstGeom prst="rect">
            <a:avLst/>
          </a:prstGeom>
        </p:spPr>
      </p:pic>
      <p:pic>
        <p:nvPicPr>
          <p:cNvPr id="4" name="图片 3"/>
          <p:cNvPicPr>
            <a:picLocks noChangeAspect="1"/>
          </p:cNvPicPr>
          <p:nvPr/>
        </p:nvPicPr>
        <p:blipFill>
          <a:blip r:embed="rId2"/>
          <a:stretch>
            <a:fillRect/>
          </a:stretch>
        </p:blipFill>
        <p:spPr>
          <a:xfrm>
            <a:off x="1635760" y="2762250"/>
            <a:ext cx="4505325" cy="1331595"/>
          </a:xfrm>
          <a:prstGeom prst="rect">
            <a:avLst/>
          </a:prstGeom>
        </p:spPr>
      </p:pic>
      <p:pic>
        <p:nvPicPr>
          <p:cNvPr id="7" name="图片 6"/>
          <p:cNvPicPr>
            <a:picLocks noChangeAspect="1"/>
          </p:cNvPicPr>
          <p:nvPr/>
        </p:nvPicPr>
        <p:blipFill>
          <a:blip r:embed="rId3"/>
          <a:stretch>
            <a:fillRect/>
          </a:stretch>
        </p:blipFill>
        <p:spPr>
          <a:xfrm>
            <a:off x="0" y="4093845"/>
            <a:ext cx="6225540" cy="1577975"/>
          </a:xfrm>
          <a:prstGeom prst="rect">
            <a:avLst/>
          </a:prstGeom>
        </p:spPr>
      </p:pic>
      <p:sp>
        <p:nvSpPr>
          <p:cNvPr id="5" name="文本框 4"/>
          <p:cNvSpPr txBox="1"/>
          <p:nvPr/>
        </p:nvSpPr>
        <p:spPr>
          <a:xfrm>
            <a:off x="6306185" y="1425575"/>
            <a:ext cx="5786755" cy="5015865"/>
          </a:xfrm>
          <a:prstGeom prst="rect">
            <a:avLst/>
          </a:prstGeom>
          <a:noFill/>
        </p:spPr>
        <p:txBody>
          <a:bodyPr wrap="square" rtlCol="0" anchor="t">
            <a:spAutoFit/>
          </a:bodyPr>
          <a:p>
            <a:r>
              <a:rPr lang="zh-CN" altLang="en-US" sz="1600">
                <a:latin typeface="阿里巴巴普惠体"/>
                <a:ea typeface="字魂58号-创中黑"/>
                <a:cs typeface="+mn-ea"/>
              </a:rPr>
              <a:t>各变量对利润的影响存在明显差异：</a:t>
            </a:r>
            <a:endParaRPr lang="zh-CN" altLang="en-US" sz="1600">
              <a:latin typeface="阿里巴巴普惠体"/>
              <a:ea typeface="字魂58号-创中黑"/>
              <a:cs typeface="+mn-ea"/>
            </a:endParaRPr>
          </a:p>
          <a:p>
            <a:r>
              <a:rPr lang="zh-CN" altLang="en-US" sz="1600">
                <a:latin typeface="阿里巴巴普惠体"/>
                <a:ea typeface="字魂58号-创中黑"/>
                <a:cs typeface="+mn-ea"/>
              </a:rPr>
              <a:t>研发支出对应的回归系数最大，说明其对企业利润的正向影响最显著、边际贡献最高，是拉动利润增长的核心驱动因素。</a:t>
            </a:r>
            <a:endParaRPr lang="zh-CN" altLang="en-US" sz="1600">
              <a:latin typeface="阿里巴巴普惠体"/>
              <a:ea typeface="字魂58号-创中黑"/>
              <a:cs typeface="+mn-ea"/>
            </a:endParaRPr>
          </a:p>
          <a:p>
            <a:r>
              <a:rPr lang="zh-CN" altLang="en-US" sz="1600">
                <a:latin typeface="阿里巴巴普惠体"/>
                <a:ea typeface="字魂58号-创中黑"/>
                <a:cs typeface="+mn-ea"/>
              </a:rPr>
              <a:t>行政支出与市场营销支出的系数均较小，表明二者对利润的边际贡献相对较低。</a:t>
            </a:r>
            <a:endParaRPr lang="zh-CN" altLang="en-US" sz="1600">
              <a:latin typeface="阿里巴巴普惠体"/>
              <a:ea typeface="字魂58号-创中黑"/>
              <a:cs typeface="+mn-ea"/>
            </a:endParaRPr>
          </a:p>
          <a:p>
            <a:r>
              <a:rPr lang="zh-CN" altLang="en-US" sz="1600">
                <a:latin typeface="阿里巴巴普惠体"/>
                <a:ea typeface="字魂58号-创中黑"/>
                <a:cs typeface="+mn-ea"/>
              </a:rPr>
              <a:t>同时，系数偏小也可能暗示这两个变量之间，或与其他自变量之间存在一定程度的多重共线性，导致其单独对利润的解释力被削弱。</a:t>
            </a:r>
            <a:endParaRPr lang="zh-CN" altLang="en-US" sz="1600">
              <a:latin typeface="阿里巴巴普惠体"/>
              <a:ea typeface="字魂58号-创中黑"/>
              <a:cs typeface="+mn-ea"/>
            </a:endParaRPr>
          </a:p>
          <a:p>
            <a:r>
              <a:rPr lang="zh-CN" altLang="en-US" sz="1600">
                <a:latin typeface="阿里巴巴普惠体"/>
                <a:ea typeface="字魂58号-创中黑"/>
                <a:cs typeface="+mn-ea"/>
              </a:rPr>
              <a:t>整体来看，研发投入是影响利润的关键因素，而行政与营销支出对利润的独立影响相对有限。</a:t>
            </a:r>
            <a:br>
              <a:rPr lang="zh-CN" altLang="en-US" sz="1600">
                <a:latin typeface="阿里巴巴普惠体"/>
                <a:ea typeface="字魂58号-创中黑"/>
                <a:cs typeface="+mn-ea"/>
              </a:rPr>
            </a:br>
            <a:br>
              <a:rPr lang="zh-CN" altLang="en-US" sz="1600">
                <a:latin typeface="阿里巴巴普惠体"/>
                <a:ea typeface="字魂58号-创中黑"/>
                <a:cs typeface="+mn-ea"/>
              </a:rPr>
            </a:br>
            <a:r>
              <a:rPr lang="zh-CN" altLang="en-US" sz="1600">
                <a:latin typeface="阿里巴巴普惠体"/>
                <a:ea typeface="字魂58号-创中黑"/>
                <a:cs typeface="+mn-ea"/>
              </a:rPr>
              <a:t>结果分析时主要关注系数的大小与符号，图中所有系数均为正，说明三个变量都对利润有正向影响。</a:t>
            </a:r>
            <a:endParaRPr lang="zh-CN" altLang="en-US" sz="1600">
              <a:latin typeface="阿里巴巴普惠体"/>
              <a:ea typeface="字魂58号-创中黑"/>
              <a:cs typeface="+mn-ea"/>
            </a:endParaRPr>
          </a:p>
          <a:p>
            <a:r>
              <a:rPr lang="zh-CN" altLang="en-US" sz="1600">
                <a:latin typeface="阿里巴巴普惠体"/>
                <a:ea typeface="字魂58号-创中黑"/>
                <a:cs typeface="+mn-ea"/>
              </a:rPr>
              <a:t>其中研发支出的系数最大，表明其对企业利润的正向影响最显著、边际贡献最高，是拉动利润增长的核心驱动因素。行政支出与市场营销支出的系数较小，说明二者对利润的边际贡献相对较低，这也可能暗示这两个变量之间或与其他自变量存在一定程度的多重共线性，导致其单独对利润的解释力被削弱。</a:t>
            </a:r>
            <a:endParaRPr lang="zh-CN" altLang="en-US" sz="1600">
              <a:latin typeface="阿里巴巴普惠体"/>
              <a:ea typeface="字魂58号-创中黑"/>
              <a:cs typeface="+mn-ea"/>
            </a:endParaRPr>
          </a:p>
          <a:p>
            <a:r>
              <a:rPr lang="zh-CN" altLang="en-US" sz="1600">
                <a:latin typeface="阿里巴巴普惠体"/>
                <a:ea typeface="字魂58号-创中黑"/>
                <a:cs typeface="+mn-ea"/>
              </a:rPr>
              <a:t>整体来看，研发投入是影响利润的关键因素，行政与营销支出对利润的独立影响相对有限。</a:t>
            </a:r>
            <a:endParaRPr lang="zh-CN" altLang="en-US" sz="1600">
              <a:latin typeface="阿里巴巴普惠体"/>
              <a:ea typeface="字魂58号-创中黑"/>
              <a:cs typeface="+mn-ea"/>
            </a:endParaRP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p:cNvSpPr txBox="1"/>
          <p:nvPr/>
        </p:nvSpPr>
        <p:spPr>
          <a:xfrm>
            <a:off x="201930" y="1487170"/>
            <a:ext cx="11650345" cy="5262245"/>
          </a:xfrm>
          <a:prstGeom prst="rect">
            <a:avLst/>
          </a:prstGeom>
          <a:noFill/>
        </p:spPr>
        <p:txBody>
          <a:bodyPr wrap="square" rtlCol="0">
            <a:spAutoFit/>
          </a:bodyPr>
          <a:lstStyle/>
          <a:p>
            <a:pPr fontAlgn="base">
              <a:lnSpc>
                <a:spcPct val="150000"/>
              </a:lnSpc>
            </a:pPr>
            <a:r>
              <a:rPr lang="zh-CN" altLang="en-US" sz="1600">
                <a:solidFill>
                  <a:schemeClr val="tx1"/>
                </a:solidFill>
                <a:latin typeface="阿里巴巴普惠体"/>
                <a:ea typeface="字魂58号-创中黑"/>
                <a:cs typeface="+mn-ea"/>
                <a:sym typeface="阿里巴巴普惠体"/>
              </a:rPr>
              <a:t>本次案例采用经典的 50 家初创公司利润预测数据集，数据呈现混合类型特征结构。因变量为企业利润这一连续数值型指标，自变量包含三类核心财务数值特征：研发支出、行政支出和市场营销支出，同时包含一个关键分类特征 —— 公司所在城市，涵盖纽约、加州、佛罗里达三个不同地域类别。这种混合数据结构要求我们在构建多元线性回归模型时，必须对分类变量进行专门的预处理操作。</a:t>
            </a:r>
            <a:endParaRPr lang="zh-CN" altLang="en-US" sz="1600">
              <a:solidFill>
                <a:schemeClr val="tx1"/>
              </a:solidFill>
              <a:latin typeface="阿里巴巴普惠体"/>
              <a:ea typeface="字魂58号-创中黑"/>
              <a:cs typeface="+mn-ea"/>
              <a:sym typeface="阿里巴巴普惠体"/>
            </a:endParaRPr>
          </a:p>
          <a:p>
            <a:pPr fontAlgn="base">
              <a:lnSpc>
                <a:spcPct val="150000"/>
              </a:lnSpc>
            </a:pPr>
            <a:r>
              <a:rPr lang="zh-CN" altLang="en-US" sz="1600">
                <a:solidFill>
                  <a:schemeClr val="tx1"/>
                </a:solidFill>
                <a:latin typeface="阿里巴巴普惠体"/>
                <a:ea typeface="字魂58号-创中黑"/>
                <a:cs typeface="+mn-ea"/>
                <a:sym typeface="阿里巴巴普惠体"/>
              </a:rPr>
              <a:t>若不对分类变量进行规范处理，会直接引发严重的模型拟合偏差问题。分类变量本质上仅代表不同的类别属性，不具备任何数值大小或顺序意义。如果直接使用 </a:t>
            </a:r>
            <a:r>
              <a:rPr lang="en-US" altLang="zh-CN" sz="1600">
                <a:solidFill>
                  <a:schemeClr val="tx1"/>
                </a:solidFill>
                <a:latin typeface="阿里巴巴普惠体"/>
                <a:ea typeface="字魂58号-创中黑"/>
                <a:cs typeface="+mn-ea"/>
                <a:sym typeface="阿里巴巴普惠体"/>
              </a:rPr>
              <a:t>LabelEncoder </a:t>
            </a:r>
            <a:r>
              <a:rPr lang="zh-CN" altLang="en-US" sz="1600">
                <a:solidFill>
                  <a:schemeClr val="tx1"/>
                </a:solidFill>
                <a:latin typeface="阿里巴巴普惠体"/>
                <a:ea typeface="字魂58号-创中黑"/>
                <a:cs typeface="+mn-ea"/>
                <a:sym typeface="阿里巴巴普惠体"/>
              </a:rPr>
              <a:t>将城市转换为 0、1、2 等数字代入模型，会让模型错误地学习到类别间存在 "大小顺序" 的虚假关系，完全违背分类变量的本质，导致特征与利润之间的关系判断失真，最终大幅降低模型的拟合精度和结果的可靠性。</a:t>
            </a:r>
            <a:endParaRPr lang="zh-CN" altLang="en-US" sz="1600">
              <a:solidFill>
                <a:schemeClr val="tx1"/>
              </a:solidFill>
              <a:latin typeface="阿里巴巴普惠体"/>
              <a:ea typeface="字魂58号-创中黑"/>
              <a:cs typeface="+mn-ea"/>
              <a:sym typeface="阿里巴巴普惠体"/>
            </a:endParaRPr>
          </a:p>
          <a:p>
            <a:pPr fontAlgn="base">
              <a:lnSpc>
                <a:spcPct val="150000"/>
              </a:lnSpc>
            </a:pPr>
            <a:r>
              <a:rPr lang="zh-CN" altLang="en-US" sz="1600">
                <a:solidFill>
                  <a:schemeClr val="tx1"/>
                </a:solidFill>
                <a:latin typeface="阿里巴巴普惠体"/>
                <a:ea typeface="字魂58号-创中黑"/>
                <a:cs typeface="+mn-ea"/>
                <a:sym typeface="阿里巴巴普惠体"/>
              </a:rPr>
              <a:t>对分类变量进行规范处理需采用 </a:t>
            </a:r>
            <a:r>
              <a:rPr lang="en-US" altLang="zh-CN" sz="1600">
                <a:solidFill>
                  <a:schemeClr val="tx1"/>
                </a:solidFill>
                <a:latin typeface="阿里巴巴普惠体"/>
                <a:ea typeface="字魂58号-创中黑"/>
                <a:cs typeface="+mn-ea"/>
                <a:sym typeface="阿里巴巴普惠体"/>
              </a:rPr>
              <a:t>One-Hot </a:t>
            </a:r>
            <a:r>
              <a:rPr lang="zh-CN" altLang="en-US" sz="1600">
                <a:solidFill>
                  <a:schemeClr val="tx1"/>
                </a:solidFill>
                <a:latin typeface="阿里巴巴普惠体"/>
                <a:ea typeface="字魂58号-创中黑"/>
                <a:cs typeface="+mn-ea"/>
                <a:sym typeface="阿里巴巴普惠体"/>
              </a:rPr>
              <a:t>编码方式，但同时必须警惕虚拟变量陷阱。对 3 个城市类别进行 </a:t>
            </a:r>
            <a:r>
              <a:rPr lang="en-US" altLang="zh-CN" sz="1600">
                <a:solidFill>
                  <a:schemeClr val="tx1"/>
                </a:solidFill>
                <a:latin typeface="阿里巴巴普惠体"/>
                <a:ea typeface="字魂58号-创中黑"/>
                <a:cs typeface="+mn-ea"/>
                <a:sym typeface="阿里巴巴普惠体"/>
              </a:rPr>
              <a:t>One-Hot </a:t>
            </a:r>
            <a:r>
              <a:rPr lang="zh-CN" altLang="en-US" sz="1600">
                <a:solidFill>
                  <a:schemeClr val="tx1"/>
                </a:solidFill>
                <a:latin typeface="阿里巴巴普惠体"/>
                <a:ea typeface="字魂58号-创中黑"/>
                <a:cs typeface="+mn-ea"/>
                <a:sym typeface="阿里巴巴普惠体"/>
              </a:rPr>
              <a:t>编码会生成 3 个二进制特征，这些特征之间存在完全线性相关关系，任意一个特征都可由另外两个推导得出。若全部代入模型会导致参数无法求解，因此必须删除 1 个冗余特征。此外，编码会增加模型的特征维度，需要在预处理阶段将分类变量与数值变量分开处理。</a:t>
            </a:r>
            <a:endParaRPr lang="zh-CN" altLang="en-US" sz="1600">
              <a:solidFill>
                <a:schemeClr val="tx1"/>
              </a:solidFill>
              <a:latin typeface="阿里巴巴普惠体"/>
              <a:ea typeface="字魂58号-创中黑"/>
              <a:cs typeface="+mn-ea"/>
              <a:sym typeface="阿里巴巴普惠体"/>
            </a:endParaRPr>
          </a:p>
          <a:p>
            <a:pPr fontAlgn="base">
              <a:lnSpc>
                <a:spcPct val="150000"/>
              </a:lnSpc>
            </a:pPr>
            <a:r>
              <a:rPr lang="zh-CN" altLang="en-US" sz="1600">
                <a:solidFill>
                  <a:schemeClr val="tx1"/>
                </a:solidFill>
                <a:latin typeface="阿里巴巴普惠体"/>
                <a:ea typeface="字魂58号-创中黑"/>
                <a:cs typeface="+mn-ea"/>
                <a:sym typeface="阿里巴巴普惠体"/>
              </a:rPr>
              <a:t>经过规范处理的分类变量能够为模型带来显著的价值提升。它不会改变核心数值特征的影响逻辑，研发支出仍然是拉动利润增长的最核心驱动因素。更重要的是，分类变量的合理融入极大地丰富了模型的解释维度，让模型能够捕捉不同城市的政策环境、市场条件等地域差异对利润的潜在影响，使模型解释更全面，最终构建出 </a:t>
            </a:r>
            <a:r>
              <a:rPr lang="en-US" altLang="zh-CN" sz="1600">
                <a:solidFill>
                  <a:schemeClr val="tx1"/>
                </a:solidFill>
                <a:latin typeface="阿里巴巴普惠体"/>
                <a:ea typeface="字魂58号-创中黑"/>
                <a:cs typeface="+mn-ea"/>
                <a:sym typeface="阿里巴巴普惠体"/>
              </a:rPr>
              <a:t>R² </a:t>
            </a:r>
            <a:r>
              <a:rPr lang="zh-CN" altLang="en-US" sz="1600">
                <a:solidFill>
                  <a:schemeClr val="tx1"/>
                </a:solidFill>
                <a:latin typeface="阿里巴巴普惠体"/>
                <a:ea typeface="字魂58号-创中黑"/>
                <a:cs typeface="+mn-ea"/>
                <a:sym typeface="阿里巴巴普惠体"/>
              </a:rPr>
              <a:t>达 0.949 的优秀拟合模型。</a:t>
            </a:r>
            <a:endParaRPr lang="zh-CN" altLang="en-US" sz="1600">
              <a:solidFill>
                <a:schemeClr val="tx1"/>
              </a:solidFill>
              <a:latin typeface="阿里巴巴普惠体"/>
              <a:ea typeface="字魂58号-创中黑"/>
              <a:cs typeface="+mn-ea"/>
              <a:sym typeface="阿里巴巴普惠体"/>
            </a:endParaRPr>
          </a:p>
        </p:txBody>
      </p:sp>
      <p:sp>
        <p:nvSpPr>
          <p:cNvPr id="3" name="Rectangle 7"/>
          <p:cNvSpPr/>
          <p:nvPr/>
        </p:nvSpPr>
        <p:spPr>
          <a:xfrm>
            <a:off x="1922145" y="297180"/>
            <a:ext cx="8347075" cy="1076325"/>
          </a:xfrm>
          <a:prstGeom prst="rect">
            <a:avLst/>
          </a:prstGeom>
        </p:spPr>
        <p:txBody>
          <a:bodyPr wrap="square">
            <a:spAutoFit/>
          </a:bodyPr>
          <a:p>
            <a:pPr algn="ctr"/>
            <a:r>
              <a:rPr lang="zh-CN" altLang="en-US" sz="3200" b="1" dirty="0">
                <a:latin typeface="阿里巴巴普惠体"/>
                <a:ea typeface="字魂58号-创中黑"/>
                <a:cs typeface="+mn-ea"/>
                <a:sym typeface="思源黑体 CN Regular" panose="020B0500000000000000" pitchFamily="34" charset="-122"/>
              </a:rPr>
              <a:t>本次案例采用数据的特征，分类变量的存在，对多元线性回归带来怎样的影响？</a:t>
            </a:r>
            <a:endParaRPr lang="zh-CN" altLang="en-US" sz="3200" b="1" dirty="0">
              <a:latin typeface="阿里巴巴普惠体"/>
              <a:ea typeface="字魂58号-创中黑"/>
              <a:cs typeface="+mn-ea"/>
              <a:sym typeface="阿里巴巴普惠体"/>
            </a:endParaRP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p:cNvSpPr txBox="1"/>
          <p:nvPr/>
        </p:nvSpPr>
        <p:spPr>
          <a:xfrm>
            <a:off x="556895" y="1721485"/>
            <a:ext cx="11077575" cy="3784600"/>
          </a:xfrm>
          <a:prstGeom prst="rect">
            <a:avLst/>
          </a:prstGeom>
          <a:noFill/>
        </p:spPr>
        <p:txBody>
          <a:bodyPr wrap="square" rtlCol="0">
            <a:spAutoFit/>
          </a:bodyPr>
          <a:lstStyle/>
          <a:p>
            <a:pPr indent="457200" fontAlgn="base">
              <a:lnSpc>
                <a:spcPct val="150000"/>
              </a:lnSpc>
            </a:pPr>
            <a:r>
              <a:rPr lang="zh-CN" altLang="en-US" sz="2000">
                <a:solidFill>
                  <a:schemeClr val="tx1"/>
                </a:solidFill>
                <a:latin typeface="黑体" panose="02010609060101010101" charset="-122"/>
                <a:ea typeface="黑体" panose="02010609060101010101" charset="-122"/>
                <a:cs typeface="黑体" panose="02010609060101010101" charset="-122"/>
                <a:sym typeface="阿里巴巴普惠体"/>
              </a:rPr>
              <a:t>分类变量能否直接标签化（转为 0、1、2）后计算，不转 </a:t>
            </a:r>
            <a:r>
              <a:rPr lang="en-US" altLang="zh-CN" sz="2000">
                <a:solidFill>
                  <a:schemeClr val="tx1"/>
                </a:solidFill>
                <a:latin typeface="黑体" panose="02010609060101010101" charset="-122"/>
                <a:ea typeface="黑体" panose="02010609060101010101" charset="-122"/>
                <a:cs typeface="黑体" panose="02010609060101010101" charset="-122"/>
                <a:sym typeface="阿里巴巴普惠体"/>
              </a:rPr>
              <a:t>One-Hot </a:t>
            </a:r>
            <a:r>
              <a:rPr lang="zh-CN" altLang="en-US" sz="2000">
                <a:solidFill>
                  <a:schemeClr val="tx1"/>
                </a:solidFill>
                <a:latin typeface="黑体" panose="02010609060101010101" charset="-122"/>
                <a:ea typeface="黑体" panose="02010609060101010101" charset="-122"/>
                <a:cs typeface="黑体" panose="02010609060101010101" charset="-122"/>
                <a:sym typeface="阿里巴巴普惠体"/>
              </a:rPr>
              <a:t>是否合理，不能一概而论，需根据变量类型判断。</a:t>
            </a:r>
            <a:endParaRPr lang="zh-CN" altLang="en-US" sz="2000">
              <a:solidFill>
                <a:schemeClr val="tx1"/>
              </a:solidFill>
              <a:latin typeface="黑体" panose="02010609060101010101" charset="-122"/>
              <a:ea typeface="黑体" panose="02010609060101010101" charset="-122"/>
              <a:cs typeface="黑体" panose="02010609060101010101" charset="-122"/>
              <a:sym typeface="阿里巴巴普惠体"/>
            </a:endParaRPr>
          </a:p>
          <a:p>
            <a:pPr indent="457200" fontAlgn="base">
              <a:lnSpc>
                <a:spcPct val="150000"/>
              </a:lnSpc>
            </a:pPr>
            <a:r>
              <a:rPr lang="zh-CN" altLang="en-US" sz="2000">
                <a:solidFill>
                  <a:schemeClr val="tx1"/>
                </a:solidFill>
                <a:latin typeface="黑体" panose="02010609060101010101" charset="-122"/>
                <a:ea typeface="黑体" panose="02010609060101010101" charset="-122"/>
                <a:cs typeface="黑体" panose="02010609060101010101" charset="-122"/>
                <a:sym typeface="阿里巴巴普惠体"/>
              </a:rPr>
              <a:t>对于城市、颜色、品牌这类无序分类变量，直接标签化极不合理。这会引入错误的顺序关系，让模型误判类别间存在 "大小" 差异，还会错误假设不同类别间的差异相等，完全违背变量本质，导致模型拟合偏差。</a:t>
            </a:r>
            <a:endParaRPr lang="zh-CN" altLang="en-US" sz="2000">
              <a:solidFill>
                <a:schemeClr val="tx1"/>
              </a:solidFill>
              <a:latin typeface="黑体" panose="02010609060101010101" charset="-122"/>
              <a:ea typeface="黑体" panose="02010609060101010101" charset="-122"/>
              <a:cs typeface="黑体" panose="02010609060101010101" charset="-122"/>
              <a:sym typeface="阿里巴巴普惠体"/>
            </a:endParaRPr>
          </a:p>
          <a:p>
            <a:pPr indent="457200" fontAlgn="base">
              <a:lnSpc>
                <a:spcPct val="150000"/>
              </a:lnSpc>
            </a:pPr>
            <a:r>
              <a:rPr lang="zh-CN" altLang="en-US" sz="2000">
                <a:solidFill>
                  <a:schemeClr val="tx1"/>
                </a:solidFill>
                <a:latin typeface="黑体" panose="02010609060101010101" charset="-122"/>
                <a:ea typeface="黑体" panose="02010609060101010101" charset="-122"/>
                <a:cs typeface="黑体" panose="02010609060101010101" charset="-122"/>
                <a:sym typeface="阿里巴巴普惠体"/>
              </a:rPr>
              <a:t>但对于成绩、满意度这类有序分类变量，标签化是既合理又高效的选择，因为这类变量本身具有明确、可量化的内在顺序关系。本次案例中的 "城市" 属于典型无序分类变量，因此直接标签化不合理，必须使用 </a:t>
            </a:r>
            <a:r>
              <a:rPr lang="en-US" altLang="zh-CN" sz="2000">
                <a:solidFill>
                  <a:schemeClr val="tx1"/>
                </a:solidFill>
                <a:latin typeface="黑体" panose="02010609060101010101" charset="-122"/>
                <a:ea typeface="黑体" panose="02010609060101010101" charset="-122"/>
                <a:cs typeface="黑体" panose="02010609060101010101" charset="-122"/>
                <a:sym typeface="阿里巴巴普惠体"/>
              </a:rPr>
              <a:t>One-Hot </a:t>
            </a:r>
            <a:r>
              <a:rPr lang="zh-CN" altLang="en-US" sz="2000">
                <a:solidFill>
                  <a:schemeClr val="tx1"/>
                </a:solidFill>
                <a:latin typeface="黑体" panose="02010609060101010101" charset="-122"/>
                <a:ea typeface="黑体" panose="02010609060101010101" charset="-122"/>
                <a:cs typeface="黑体" panose="02010609060101010101" charset="-122"/>
                <a:sym typeface="阿里巴巴普惠体"/>
              </a:rPr>
              <a:t>编码。</a:t>
            </a:r>
            <a:endParaRPr lang="zh-CN" altLang="en-US" sz="2000">
              <a:solidFill>
                <a:schemeClr val="tx1"/>
              </a:solidFill>
              <a:latin typeface="黑体" panose="02010609060101010101" charset="-122"/>
              <a:ea typeface="黑体" panose="02010609060101010101" charset="-122"/>
              <a:cs typeface="黑体" panose="02010609060101010101" charset="-122"/>
              <a:sym typeface="阿里巴巴普惠体"/>
            </a:endParaRPr>
          </a:p>
        </p:txBody>
      </p:sp>
      <p:sp>
        <p:nvSpPr>
          <p:cNvPr id="3" name="Rectangle 7"/>
          <p:cNvSpPr/>
          <p:nvPr/>
        </p:nvSpPr>
        <p:spPr>
          <a:xfrm>
            <a:off x="1922145" y="297180"/>
            <a:ext cx="8347075" cy="1076325"/>
          </a:xfrm>
          <a:prstGeom prst="rect">
            <a:avLst/>
          </a:prstGeom>
        </p:spPr>
        <p:txBody>
          <a:bodyPr wrap="square">
            <a:spAutoFit/>
          </a:bodyPr>
          <a:p>
            <a:pPr algn="l"/>
            <a:r>
              <a:rPr lang="zh-CN" altLang="en-US" sz="3200" b="1" dirty="0">
                <a:latin typeface="阿里巴巴普惠体"/>
                <a:ea typeface="字魂58号-创中黑"/>
                <a:cs typeface="+mn-ea"/>
                <a:sym typeface="思源黑体 CN Regular" panose="020B0500000000000000" pitchFamily="34" charset="-122"/>
              </a:rPr>
              <a:t>能否把分类变量直接lable化，也就是变成0、1、2后直接计算？不转化称one-hot合理吗？</a:t>
            </a:r>
            <a:endParaRPr lang="zh-CN" altLang="en-US" sz="3200" b="1" dirty="0">
              <a:latin typeface="阿里巴巴普惠体"/>
              <a:ea typeface="字魂58号-创中黑"/>
              <a:cs typeface="+mn-ea"/>
              <a:sym typeface="阿里巴巴普惠体"/>
            </a:endParaRPr>
          </a:p>
        </p:txBody>
      </p:sp>
    </p:spTree>
  </p:cSld>
  <p:clrMapOvr>
    <a:masterClrMapping/>
  </p:clrMapOvr>
  <p:transition/>
</p:sld>
</file>

<file path=ppt/tags/tag1.xml><?xml version="1.0" encoding="utf-8"?>
<p:tagLst xmlns:p="http://schemas.openxmlformats.org/presentationml/2006/main">
  <p:tag name="KSO_WM_DIAGRAM_VIRTUALLY_FRAME" val="{&quot;height&quot;:340,&quot;left&quot;:60,&quot;top&quot;:140,&quot;width&quot;:872.1}"/>
</p:tagLst>
</file>

<file path=ppt/tags/tag2.xml><?xml version="1.0" encoding="utf-8"?>
<p:tagLst xmlns:p="http://schemas.openxmlformats.org/presentationml/2006/main">
  <p:tag name="AS_NET" val="4.0.30319.42000"/>
  <p:tag name="AS_OS" val="Microsoft Windows NT 6.1.7601 Service Pack 1"/>
  <p:tag name="AS_RELEASE_DATE" val="2022.11.14"/>
  <p:tag name="AS_TITLE" val="Aspose.Slides for .NET 4.0 Client Profile"/>
  <p:tag name="AS_VERSION" val="22.11"/>
  <p:tag name="KSO_WPP_MARK_KEY" val="0e5f9e42-42cc-460d-9ddc-81bc94931e52"/>
</p:tagLst>
</file>

<file path=ppt/theme/theme1.xml><?xml version="1.0" encoding="utf-8"?>
<a:theme xmlns:a="http://schemas.openxmlformats.org/drawingml/2006/main" name="第一PPT，www.1ppt.com">
  <a:themeElements>
    <a:clrScheme name="灰度">
      <a:dk1>
        <a:srgbClr val="000000"/>
      </a:dk1>
      <a:lt1>
        <a:srgbClr val="FFFFFF"/>
      </a:lt1>
      <a:dk2>
        <a:srgbClr val="768395"/>
      </a:dk2>
      <a:lt2>
        <a:srgbClr val="F0F0F0"/>
      </a:lt2>
      <a:accent1>
        <a:srgbClr val="3E3E3E"/>
      </a:accent1>
      <a:accent2>
        <a:srgbClr val="4D4D4D"/>
      </a:accent2>
      <a:accent3>
        <a:srgbClr val="717171"/>
      </a:accent3>
      <a:accent4>
        <a:srgbClr val="919191"/>
      </a:accent4>
      <a:accent5>
        <a:srgbClr val="A5A5A5"/>
      </a:accent5>
      <a:accent6>
        <a:srgbClr val="D7D7D7"/>
      </a:accent6>
      <a:hlink>
        <a:srgbClr val="3E3E3E"/>
      </a:hlink>
      <a:folHlink>
        <a:srgbClr val="BFBFBF"/>
      </a:folHlink>
    </a:clrScheme>
    <a:fontScheme name="acei4vif">
      <a:majorFont>
        <a:latin typeface="AvantGarde Bk BT"/>
        <a:ea typeface="YouYuan"/>
        <a:cs typeface="Arial"/>
      </a:majorFont>
      <a:minorFont>
        <a:latin typeface="AvantGarde Bk BT"/>
        <a:ea typeface="YouYuan"/>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第一PPT，www.1ppt.com     ">
  <a:themeElements>
    <a:clrScheme name="灰度">
      <a:dk1>
        <a:srgbClr val="000000"/>
      </a:dk1>
      <a:lt1>
        <a:srgbClr val="FFFFFF"/>
      </a:lt1>
      <a:dk2>
        <a:srgbClr val="768395"/>
      </a:dk2>
      <a:lt2>
        <a:srgbClr val="F0F0F0"/>
      </a:lt2>
      <a:accent1>
        <a:srgbClr val="3E3E3E"/>
      </a:accent1>
      <a:accent2>
        <a:srgbClr val="4D4D4D"/>
      </a:accent2>
      <a:accent3>
        <a:srgbClr val="717171"/>
      </a:accent3>
      <a:accent4>
        <a:srgbClr val="919191"/>
      </a:accent4>
      <a:accent5>
        <a:srgbClr val="A5A5A5"/>
      </a:accent5>
      <a:accent6>
        <a:srgbClr val="D7D7D7"/>
      </a:accent6>
      <a:hlink>
        <a:srgbClr val="3E3E3E"/>
      </a:hlink>
      <a:folHlink>
        <a:srgbClr val="BFBFBF"/>
      </a:folHlink>
    </a:clrScheme>
    <a:fontScheme name="acei4vif">
      <a:majorFont>
        <a:latin typeface="AvantGarde Bk BT"/>
        <a:ea typeface="YouYuan"/>
        <a:cs typeface="Arial"/>
      </a:majorFont>
      <a:minorFont>
        <a:latin typeface="AvantGarde Bk BT"/>
        <a:ea typeface="YouYuan"/>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第一PPT，www.1ppt.com ">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宋体"/>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宋体"/>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等线 Light"/>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等线"/>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1</Template>
  <TotalTime>0</TotalTime>
  <Words>2329</Words>
  <Application>WPS 演示</Application>
  <PresentationFormat>自定义</PresentationFormat>
  <Paragraphs>58</Paragraphs>
  <Slides>8</Slides>
  <Notes>20</Notes>
  <HiddenSlides>0</HiddenSlides>
  <MMClips>0</MMClips>
  <ScaleCrop>false</ScaleCrop>
  <HeadingPairs>
    <vt:vector size="6" baseType="variant">
      <vt:variant>
        <vt:lpstr>已用的字体</vt:lpstr>
      </vt:variant>
      <vt:variant>
        <vt:i4>23</vt:i4>
      </vt:variant>
      <vt:variant>
        <vt:lpstr>主题</vt:lpstr>
      </vt:variant>
      <vt:variant>
        <vt:i4>3</vt:i4>
      </vt:variant>
      <vt:variant>
        <vt:lpstr>幻灯片标题</vt:lpstr>
      </vt:variant>
      <vt:variant>
        <vt:i4>8</vt:i4>
      </vt:variant>
    </vt:vector>
  </HeadingPairs>
  <TitlesOfParts>
    <vt:vector size="34" baseType="lpstr">
      <vt:lpstr>Arial</vt:lpstr>
      <vt:lpstr>宋体</vt:lpstr>
      <vt:lpstr>Wingdings</vt:lpstr>
      <vt:lpstr>微软雅黑</vt:lpstr>
      <vt:lpstr>Wingdings</vt:lpstr>
      <vt:lpstr>Arial</vt:lpstr>
      <vt:lpstr>AvantGarde Bk BT</vt:lpstr>
      <vt:lpstr>Open Sans Condensed Light</vt:lpstr>
      <vt:lpstr>字魂58号-创中黑</vt:lpstr>
      <vt:lpstr>黑体</vt:lpstr>
      <vt:lpstr>阿里巴巴普惠体</vt:lpstr>
      <vt:lpstr>字魂58号-创中黑</vt:lpstr>
      <vt:lpstr>思源黑体 CN Regular</vt:lpstr>
      <vt:lpstr>幼圆</vt:lpstr>
      <vt:lpstr>Arial Unicode MS</vt:lpstr>
      <vt:lpstr>KSOF5DAC728E</vt:lpstr>
      <vt:lpstr>KSOF28C6374D</vt:lpstr>
      <vt:lpstr>KSOF28C8D4D9</vt:lpstr>
      <vt:lpstr>Calibri</vt:lpstr>
      <vt:lpstr>Wingdings</vt:lpstr>
      <vt:lpstr>字魂58号-创中黑</vt:lpstr>
      <vt:lpstr>思源黑体 CN Regular</vt:lpstr>
      <vt:lpstr>阿里巴巴普惠体</vt:lpstr>
      <vt:lpstr>第一PPT，www.1ppt.com</vt:lpstr>
      <vt:lpstr>第一PPT，www.1ppt.com     </vt:lpstr>
      <vt:lpstr>第一PPT，www.1ppt.com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第一PPT，www.1ppt.com</Company>
  <LinksUpToDate>false</LinksUpToDate>
  <SharedDoc>false</SharedDoc>
  <HyperlinksChanged>false</HyperlinksChanged>
  <AppVersion>14.0000</AppVersion>
  <Manager>第一PPT</Manager>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极简商务</dc:title>
  <dc:creator>第一PPT</dc:creator>
  <cp:keywords>www.1ppt.com</cp:keywords>
  <dc:description>www.1ppt.com</dc:description>
  <cp:lastModifiedBy>Lucky-S</cp:lastModifiedBy>
  <cp:revision>20</cp:revision>
  <dcterms:created xsi:type="dcterms:W3CDTF">2019-03-26T04:26:00Z</dcterms:created>
  <dcterms:modified xsi:type="dcterms:W3CDTF">2026-06-07T13:24:08Z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D653B2D4BEF9465681F3BC65DFD2F0DF_11</vt:lpwstr>
  </property>
  <property fmtid="{D5CDD505-2E9C-101B-9397-08002B2CF9AE}" pid="3" name="KSOProductBuildVer">
    <vt:lpwstr>2052-12.1.0.26895</vt:lpwstr>
  </property>
  <property fmtid="{D5CDD505-2E9C-101B-9397-08002B2CF9AE}" pid="4" name="KSOTemplateUUID">
    <vt:lpwstr>v1.0_mb_Y0R1UnCSmrbzT+SbqrpIkA==</vt:lpwstr>
  </property>
</Properties>
</file>